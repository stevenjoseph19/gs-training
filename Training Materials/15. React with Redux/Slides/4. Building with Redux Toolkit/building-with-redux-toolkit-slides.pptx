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59" r:id="rId6"/>
    <p:sldId id="269" r:id="rId7"/>
    <p:sldId id="264" r:id="rId8"/>
    <p:sldId id="263" r:id="rId9"/>
    <p:sldId id="271" r:id="rId10"/>
    <p:sldId id="268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6" d="100"/>
          <a:sy n="36" d="100"/>
        </p:scale>
        <p:origin x="11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4876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solidFill>
                  <a:schemeClr val="tx1"/>
                </a:soli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Building with Redux Toolkit </a:t>
            </a:r>
            <a:r>
              <a:rPr lang="en-US" altLang="en-US" sz="4500"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Toolkit</a:t>
            </a:r>
            <a:endParaRPr lang="en-US" altLang="en-US" sz="4500">
              <a:latin typeface="Tahoma" panose="020B0604030504040204"/>
              <a:ea typeface="Arial" panose="020B0604020202020204" pitchFamily="34" charset="0"/>
              <a:cs typeface="Tahoma" panose="020B060403050404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Redux Features</a:t>
            </a:r>
            <a:endParaRPr lang="en-US" altLang="en-US" sz="5200" dirty="0">
              <a:solidFill>
                <a:srgbClr val="404040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altLang="en-US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3136900"/>
            <a:ext cx="8465820" cy="368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Middleware</a:t>
            </a: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Unidirectional Flow</a:t>
            </a:r>
            <a:br>
              <a:rPr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endParaRPr lang="en-US" altLang="en-US" sz="3400" dirty="0">
              <a:latin typeface="Arial Black" panose="020B0A04020102020204"/>
              <a:cs typeface="Arial Black" panose="020B0A04020102020204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Single Immutable State Tree</a:t>
            </a: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DevTools</a:t>
            </a:r>
            <a:endParaRPr lang="en-US" altLang="en-US" sz="3400" spc="-270" dirty="0">
              <a:solidFill>
                <a:srgbClr val="F15B2A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285" y="114553"/>
            <a:ext cx="11718988" cy="1203325"/>
          </a:xfrm>
          <a:prstGeom prst="rect">
            <a:avLst/>
          </a:prstGeom>
        </p:spPr>
        <p:txBody>
          <a:bodyPr vert="horz" wrap="square" lIns="0" tIns="526796" rIns="0" bIns="0" rtlCol="0">
            <a:spAutoFit/>
          </a:bodyPr>
          <a:lstStyle/>
          <a:p>
            <a:pPr marL="46482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400">
                <a:latin typeface="Tahoma" panose="020B0604030504040204"/>
                <a:cs typeface="Tahoma" panose="020B0604030504040204"/>
              </a:rPr>
              <a:t>How Redux Works</a:t>
            </a:r>
            <a:endParaRPr lang="en-US" altLang="en-US" sz="4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3657600" y="1838325"/>
            <a:ext cx="12458065" cy="8067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graphicFrame>
        <p:nvGraphicFramePr>
          <p:cNvPr id="5" name="Object 4"/>
          <p:cNvGraphicFramePr/>
          <p:nvPr/>
        </p:nvGraphicFramePr>
        <p:xfrm>
          <a:off x="11430" y="930275"/>
          <a:ext cx="18201640" cy="935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502400" imgH="6661150" progId="Paint.Picture">
                  <p:embed/>
                </p:oleObj>
              </mc:Choice>
              <mc:Fallback>
                <p:oleObj name="" r:id="rId1" imgW="6502400" imgH="6661150" progId="Paint.Picture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" y="930275"/>
                        <a:ext cx="18201640" cy="935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094605" y="222885"/>
            <a:ext cx="9002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 b="1">
                <a:solidFill>
                  <a:schemeClr val="bg1"/>
                </a:solidFill>
              </a:rPr>
              <a:t>2.1 Slices: The Core of RTK</a:t>
            </a:r>
            <a:endParaRPr 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390900"/>
            <a:ext cx="14474825" cy="170307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Create a "user profile" slice with reducers for updating name, email, and user role.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2.1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2.2 Interacting with the Store (Hooks)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4038600" y="3162300"/>
            <a:ext cx="12066905" cy="4041140"/>
          </a:xfrm>
          <a:prstGeom prst="rect">
            <a:avLst/>
          </a:prstGeom>
        </p:spPr>
        <p:txBody>
          <a:bodyPr wrap="square">
            <a:spAutoFit/>
          </a:bodyPr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useSelector: How to read data from the store. Importance 	of using selectors and the reselect library for performance 	optimization.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useDispatch: How to dispatch actions to update the state.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8340" y="3390900"/>
            <a:ext cx="15564485" cy="170307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Connect the user profile slice to a React component to display and update user information.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2.2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220" y="3740150"/>
            <a:ext cx="14862175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  <a:endParaRPr spc="-25" dirty="0"/>
          </a:p>
          <a:p>
            <a:pPr algn="ctr">
              <a:lnSpc>
                <a:spcPts val="7895"/>
              </a:lnSpc>
            </a:pPr>
            <a:r>
              <a:rPr lang="en-US" altLang="en-US" sz="6600"/>
              <a:t>Handling Asynchronous Operations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WPS Presentation</Application>
  <PresentationFormat>Custom</PresentationFormat>
  <Paragraphs>45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Arial MT</vt:lpstr>
      <vt:lpstr>Arial Black</vt:lpstr>
      <vt:lpstr>Tahoma</vt:lpstr>
      <vt:lpstr>Times New Roman</vt:lpstr>
      <vt:lpstr>Microsoft YaHei</vt:lpstr>
      <vt:lpstr>Arial Unicode MS</vt:lpstr>
      <vt:lpstr>Aptos</vt:lpstr>
      <vt:lpstr>Segoe UI</vt:lpstr>
      <vt:lpstr>Calibri</vt:lpstr>
      <vt:lpstr>等线</vt:lpstr>
      <vt:lpstr>Office Theme</vt:lpstr>
      <vt:lpstr>Paint.Picture</vt:lpstr>
      <vt:lpstr>Foundations Of Redux</vt:lpstr>
      <vt:lpstr>Lack of Predictability</vt:lpstr>
      <vt:lpstr>Local component state vs. Global state</vt:lpstr>
      <vt:lpstr>PowerPoint 演示文稿</vt:lpstr>
      <vt:lpstr>import { createSlice } from '@reduxjs/toolkit';  const initialState = {   isLoggedIn: false, };  const userSlice = createSlice({   name: 'user',   initialState,   reducers: {     login: (state) =&gt; {       // RTK uses Immer, so we can "mutate" the state directly       state.isLoggedIn = true;     },     logout: (state) =&gt; {       state.isLoggedIn = false;     },   }, });  export const { login, logout } = userSlice.actions;  export default userSlice.reducer;</vt:lpstr>
      <vt:lpstr>The Core Principles </vt:lpstr>
      <vt:lpstr>Create a "user profile" slice with reducers for updating name, email, and user role.</vt:lpstr>
      <vt:lpstr>Building with Redux Toolkit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Steve Sam</cp:lastModifiedBy>
  <cp:revision>14</cp:revision>
  <dcterms:created xsi:type="dcterms:W3CDTF">2024-10-25T14:24:00Z</dcterms:created>
  <dcterms:modified xsi:type="dcterms:W3CDTF">2025-09-20T14:26:59Z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2022-08-29T11:00:00Z</vt:filetime>
  </property>
  <property fmtid="{D5CDD505-2E9C-101B-9397-08002B2CF9AE}" pid="3" name="LastSaved">
    <vt:filetime>2024-10-25T11:00:00Z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