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3" r:id="rId5"/>
    <p:sldId id="264" r:id="rId6"/>
    <p:sldId id="265" r:id="rId7"/>
    <p:sldId id="268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43" d="100"/>
          <a:sy n="43" d="100"/>
        </p:scale>
        <p:origin x="9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AE41-6E72-4A24-A266-1879CE137EAD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FD7A7-9EE9-43C4-AE8D-5516C6DA394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86040" y="3136899"/>
            <a:ext cx="5182870" cy="312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1BD68-DA8D-4AA8-87F1-91C168BA370A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994FB-CC5E-43BF-83B4-444AAB3E53DB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74A6C-E57C-46BA-8C72-6F4877181ADC}" type="datetime1">
              <a:rPr lang="en-US" smtClean="0"/>
              <a:t>9/21/2025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C0C1F-3C31-4E53-87B9-BE35C2C9E1C0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8E0E2-AC2F-4AD5-BB1C-918015B6CAAF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4505" y="3740403"/>
            <a:ext cx="11718988" cy="239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4265" y="4331715"/>
            <a:ext cx="8665210" cy="2448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91DE-1AD3-462C-A4DC-4EC4919A7E91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4876" y="3183636"/>
            <a:ext cx="12164924" cy="105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800" spc="16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Foundations Of </a:t>
            </a:r>
            <a:r>
              <a:rPr sz="6800" spc="16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Re</a:t>
            </a:r>
            <a:r>
              <a:rPr lang="en-US" sz="6800" spc="165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dux</a:t>
            </a:r>
            <a:endParaRPr lang="en-US" sz="6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1780" y="4786630"/>
            <a:ext cx="15077440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500">
                <a:latin typeface="Tahoma" panose="020B0604030504040204"/>
                <a:cs typeface="Tahoma" panose="020B0604030504040204"/>
              </a:rPr>
              <a:t>Foundational Concepts &amp; Why Redux Toolkit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505" y="3740403"/>
            <a:ext cx="11718988" cy="1203325"/>
          </a:xfrm>
          <a:prstGeom prst="rect">
            <a:avLst/>
          </a:prstGeom>
        </p:spPr>
        <p:txBody>
          <a:bodyPr vert="horz" wrap="square" lIns="0" tIns="526796" rIns="0" bIns="0" rtlCol="0">
            <a:spAutoFit/>
          </a:bodyPr>
          <a:lstStyle/>
          <a:p>
            <a:pPr marL="464820">
              <a:lnSpc>
                <a:spcPct val="100000"/>
              </a:lnSpc>
              <a:spcBef>
                <a:spcPts val="100"/>
              </a:spcBef>
            </a:pPr>
            <a:r>
              <a:rPr lang="en-US" altLang="en-US" sz="4400" spc="114" dirty="0">
                <a:latin typeface="Tahoma" panose="020B0604030504040204"/>
                <a:cs typeface="Tahoma" panose="020B0604030504040204"/>
              </a:rPr>
              <a:t>Local component state vs. Global state</a:t>
            </a:r>
            <a:endParaRPr sz="44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" y="4693285"/>
            <a:ext cx="674306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" sz="520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Problems Redux solves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altLang="" sz="5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686040" y="3136899"/>
            <a:ext cx="5182870" cy="264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Prop Drilling</a:t>
            </a: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Complex Data Flow</a:t>
            </a:r>
            <a:br>
              <a:rPr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endParaRPr lang="en-US" altLang="en-US" sz="3400" dirty="0">
              <a:latin typeface="Arial Black" panose="020B0A04020102020204"/>
              <a:cs typeface="Arial Black" panose="020B0A04020102020204"/>
            </a:endParaRPr>
          </a:p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Lack of Predictability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685" y="343153"/>
            <a:ext cx="11718988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The Core Principles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5486400" y="3619500"/>
            <a:ext cx="12066905" cy="3681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zh-CN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Single source of truth (the Store). </a:t>
            </a:r>
          </a:p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endParaRPr lang="en-US" altLang="zh-CN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State is read-only (Actions).    </a:t>
            </a: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Changes are made with pure functions (Reducers).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3915" y="1717040"/>
            <a:ext cx="76200" cy="786638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6800" y="1714500"/>
            <a:ext cx="8498205" cy="857313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// actions.js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const LOGIN = 'login';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const LOGOUT = 'logout';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endParaRPr kumimoji="0" lang="en-US" altLang="en-US" sz="2000" b="0" i="0" u="none" strike="noStrike" kern="0" cap="none" spc="0" normalizeH="0" baseline="0" noProof="1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ea typeface="+mj-ea"/>
              <a:cs typeface="Arial Black" panose="020B0A04020102020204"/>
              <a:sym typeface="+mn-ea"/>
            </a:endParaRP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export const login = () =&gt; ({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type: LOGIN,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});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endParaRPr kumimoji="0" lang="en-US" altLang="en-US" sz="2000" b="0" i="0" u="none" strike="noStrike" kern="0" cap="none" spc="0" normalizeH="0" baseline="0" noProof="1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ea typeface="+mj-ea"/>
              <a:cs typeface="Arial Black" panose="020B0A04020102020204"/>
              <a:sym typeface="+mn-ea"/>
            </a:endParaRP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export const logout = () =&gt; ({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type: LOGOUT,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});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endParaRPr kumimoji="0" lang="en-US" altLang="en-US" sz="2000" b="0" i="0" u="none" strike="noStrike" kern="0" cap="none" spc="0" normalizeH="0" baseline="0" noProof="1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ea typeface="+mj-ea"/>
              <a:cs typeface="Arial Black" panose="020B0A04020102020204"/>
              <a:sym typeface="+mn-ea"/>
            </a:endParaRP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// reducer.js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const initialState = {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isLoggedIn: false,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};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endParaRPr kumimoji="0" lang="en-US" altLang="en-US" sz="2000" b="0" i="0" u="none" strike="noStrike" kern="0" cap="none" spc="0" normalizeH="0" baseline="0" noProof="1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ea typeface="+mj-ea"/>
              <a:cs typeface="Arial Black" panose="020B0A04020102020204"/>
              <a:sym typeface="+mn-ea"/>
            </a:endParaRP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function userReducer(state = initialState, action) {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switch (action.type) {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  case LOGIN: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    return { ...state, isLoggedIn: true };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  case LOGOUT: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    return { ...state, isLoggedIn: false };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  default: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    return state;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  }</a:t>
            </a:r>
          </a:p>
          <a:p>
            <a:pPr marL="12700" marR="0" lvl="0" algn="l" rtl="0" eaLnBrk="1" fontAlgn="auto" latinLnBrk="0" hangingPunct="1">
              <a:spcBef>
                <a:spcPts val="100"/>
              </a:spcBef>
              <a:buClrTx/>
              <a:buSzTx/>
              <a:buFontTx/>
              <a:buNone/>
            </a:pPr>
            <a:r>
              <a:rPr kumimoji="0" lang="en-US" altLang="en-US" sz="2000" b="0" i="0" u="none" strike="noStrike" kern="0" cap="none" spc="0" normalizeH="0" baseline="0" noProof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ea typeface="+mj-ea"/>
                <a:cs typeface="Arial Black" panose="020B0A04020102020204"/>
                <a:sym typeface="+mn-ea"/>
              </a:rPr>
              <a:t>}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63200" y="1717293"/>
            <a:ext cx="6621145" cy="770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import { createSlice } from '@reduxjs/toolkit';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const initialState = {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isLoggedIn: false,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};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const userSlice = createSlice({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name: 'user',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initialState,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reducers: {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  login: (state) =&gt; {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    // RTK uses Immer, so we can "mutate" the state directly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    state.isLoggedIn = true;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  },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  logout: (state) =&gt; {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    state.isLoggedIn = false;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  },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 },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});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export const { login, logout } = userSlice.actions;</a:t>
            </a: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</a:br>
            <a:r>
              <a:rPr lang="en-US" altLang="en-US" sz="2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export default userSlice.reducer;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3276600" y="38100"/>
            <a:ext cx="14894560" cy="118745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5400">
                <a:solidFill>
                  <a:schemeClr val="tx1"/>
                </a:solidFill>
              </a:rPr>
              <a:t>Introduction to Redux Toolkit (RTK)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52400" y="1256983"/>
            <a:ext cx="5080000" cy="398780"/>
          </a:xfrm>
          <a:prstGeom prst="rect">
            <a:avLst/>
          </a:prstGeom>
        </p:spPr>
        <p:txBody>
          <a:bodyPr anchor="ctr" anchorCtr="0">
            <a:spAutoFit/>
          </a:bodyPr>
          <a:lstStyle/>
          <a:p>
            <a:pPr algn="ctr"/>
            <a:r>
              <a:rPr lang="en-US" altLang="zh-CN" sz="2000" b="1"/>
              <a:t>Old Redux Code 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0744200" y="1333183"/>
            <a:ext cx="5080000" cy="398780"/>
          </a:xfrm>
          <a:prstGeom prst="rect">
            <a:avLst/>
          </a:prstGeom>
        </p:spPr>
        <p:txBody>
          <a:bodyPr anchor="ctr" anchorCtr="0">
            <a:spAutoFit/>
          </a:bodyPr>
          <a:lstStyle/>
          <a:p>
            <a:pPr algn="ctr"/>
            <a:r>
              <a:rPr lang="en-US" altLang="en-US" sz="2000" b="1"/>
              <a:t>Redux Toolkit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114300"/>
            <a:ext cx="14234160" cy="2831465"/>
          </a:xfrm>
          <a:prstGeom prst="rect">
            <a:avLst/>
          </a:prstGeom>
        </p:spPr>
        <p:txBody>
          <a:bodyPr vert="horz" wrap="square" lIns="0" tIns="862076" rIns="0" bIns="0" rtlCol="0">
            <a:spAutoFit/>
          </a:bodyPr>
          <a:lstStyle/>
          <a:p>
            <a:pPr marL="3537585">
              <a:lnSpc>
                <a:spcPct val="100000"/>
              </a:lnSpc>
              <a:spcBef>
                <a:spcPts val="100"/>
              </a:spcBef>
            </a:pPr>
            <a:r>
              <a:rPr lang="en-US" altLang="en-US"/>
              <a:t>Setting Up a Modern Redux App</a:t>
            </a:r>
            <a:br>
              <a:rPr lang="en-US" altLang="en-US"/>
            </a:br>
            <a:br>
              <a:rPr lang="en-US" altLang="en-US"/>
            </a:br>
            <a:endParaRPr lang="en-US" altLang="en-US" sz="32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5970905" y="3901440"/>
            <a:ext cx="112903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en-US" sz="3600">
                <a:solidFill>
                  <a:schemeClr val="bg2"/>
                </a:solidFill>
                <a:sym typeface="+mn-ea"/>
              </a:rPr>
              <a:t>npm install @reduxjs/toolkit react-redux</a:t>
            </a:r>
          </a:p>
          <a:p>
            <a:pPr marL="228600" indent="-228600">
              <a:buAutoNum type="arabicPeriod"/>
            </a:pPr>
            <a:endParaRPr lang="en-US" altLang="en-US" sz="3600">
              <a:solidFill>
                <a:schemeClr val="bg2"/>
              </a:solidFill>
              <a:sym typeface="+mn-ea"/>
            </a:endParaRPr>
          </a:p>
          <a:p>
            <a:pPr marL="228600" indent="-228600">
              <a:buAutoNum type="arabicPeriod"/>
            </a:pPr>
            <a:r>
              <a:rPr lang="en-US" altLang="en-US" sz="3600">
                <a:solidFill>
                  <a:schemeClr val="bg2"/>
                </a:solidFill>
                <a:sym typeface="+mn-ea"/>
              </a:rPr>
              <a:t>Creating the store with configureStore.</a:t>
            </a:r>
          </a:p>
          <a:p>
            <a:pPr marL="228600" indent="-228600">
              <a:buAutoNum type="arabicPeriod"/>
            </a:pPr>
            <a:endParaRPr lang="en-US" altLang="en-US" sz="3600">
              <a:solidFill>
                <a:schemeClr val="bg2"/>
              </a:solidFill>
              <a:sym typeface="+mn-ea"/>
            </a:endParaRPr>
          </a:p>
          <a:p>
            <a:pPr marL="228600" indent="-228600">
              <a:buAutoNum type="arabicPeriod"/>
            </a:pPr>
            <a:r>
              <a:rPr lang="en-US" altLang="en-US" sz="3600">
                <a:solidFill>
                  <a:schemeClr val="bg2"/>
                </a:solidFill>
                <a:sym typeface="+mn-ea"/>
              </a:rPr>
              <a:t>Setting up the Provider and integrating with React.</a:t>
            </a:r>
            <a:endParaRPr lang="en-US" altLang="en-US" sz="3600">
              <a:solidFill>
                <a:schemeClr val="bg2"/>
              </a:solidFill>
            </a:endParaRPr>
          </a:p>
          <a:p>
            <a:endParaRPr lang="en-US" altLang="en-US" sz="360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505" y="3740403"/>
            <a:ext cx="11718988" cy="2255520"/>
          </a:xfrm>
          <a:prstGeom prst="rect">
            <a:avLst/>
          </a:prstGeom>
        </p:spPr>
        <p:txBody>
          <a:bodyPr vert="horz" wrap="square" lIns="0" tIns="508508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140" dirty="0"/>
              <a:t> </a:t>
            </a:r>
            <a:r>
              <a:rPr spc="-25" dirty="0"/>
              <a:t>up:</a:t>
            </a:r>
          </a:p>
          <a:p>
            <a:pPr algn="ctr">
              <a:lnSpc>
                <a:spcPts val="7895"/>
              </a:lnSpc>
            </a:pPr>
            <a:r>
              <a:rPr lang="en-US" altLang="en-US" sz="6600"/>
              <a:t>Building with Redux Toolkit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Custom</PresentationFormat>
  <Paragraphs>58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Arial Black</vt:lpstr>
      <vt:lpstr>Arial MT</vt:lpstr>
      <vt:lpstr>Tahoma</vt:lpstr>
      <vt:lpstr>Times New Roman</vt:lpstr>
      <vt:lpstr>Office Theme</vt:lpstr>
      <vt:lpstr>Foundations Of Redux</vt:lpstr>
      <vt:lpstr>Local component state vs. Global state</vt:lpstr>
      <vt:lpstr>Prop Drilling  Complex Data Flow  Lack of Predictability</vt:lpstr>
      <vt:lpstr>The Core Principles </vt:lpstr>
      <vt:lpstr>import { createSlice } from '@reduxjs/toolkit';  const initialState = {   isLoggedIn: false, };  const userSlice = createSlice({   name: 'user',   initialState,   reducers: {     login: (state) =&gt; {       // RTK uses Immer, so we can "mutate" the state directly       state.isLoggedIn = true;     },     logout: (state) =&gt; {       state.isLoggedIn = false;     },   }, });  export const { login, logout } = userSlice.actions;  export default userSlice.reducer;</vt:lpstr>
      <vt:lpstr>Setting Up a Modern Redux App  </vt:lpstr>
      <vt:lpstr>Next up: Building with Redux Toolkit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Stephen Joseph Samuels</cp:lastModifiedBy>
  <cp:revision>9</cp:revision>
  <dcterms:created xsi:type="dcterms:W3CDTF">2024-10-25T14:24:00Z</dcterms:created>
  <dcterms:modified xsi:type="dcterms:W3CDTF">2025-09-21T13:31:30Z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2022-08-29T05:30:00Z</vt:filetime>
  </property>
  <property fmtid="{D5CDD505-2E9C-101B-9397-08002B2CF9AE}" pid="3" name="LastSaved">
    <vt:filetime>2024-10-25T05:30:00Z</vt:filetime>
  </property>
  <property fmtid="{D5CDD505-2E9C-101B-9397-08002B2CF9AE}" pid="4" name="Producer">
    <vt:lpwstr>macOS Version 11.6.8 (Build 20G730) Quartz PDFContext</vt:lpwstr>
  </property>
  <property fmtid="{D5CDD505-2E9C-101B-9397-08002B2CF9AE}" pid="5" name="ICV">
    <vt:lpwstr>8FC22B2F2FB2404283AF29D55C84BB11_12</vt:lpwstr>
  </property>
  <property fmtid="{D5CDD505-2E9C-101B-9397-08002B2CF9AE}" pid="6" name="KSOProductBuildVer">
    <vt:lpwstr>1033-12.2.0.22549</vt:lpwstr>
  </property>
</Properties>
</file>