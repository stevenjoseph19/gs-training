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4" r:id="rId6"/>
    <p:sldId id="263" r:id="rId7"/>
    <p:sldId id="272" r:id="rId8"/>
    <p:sldId id="273" r:id="rId9"/>
    <p:sldId id="274" r:id="rId10"/>
    <p:sldId id="271" r:id="rId11"/>
    <p:sldId id="268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6" d="100"/>
          <a:sy n="36" d="100"/>
        </p:scale>
        <p:origin x="114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171" y="3543046"/>
            <a:ext cx="12164924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500">
                <a:solidFill>
                  <a:schemeClr val="tx1"/>
                </a:solidFill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Advanced Concepts &amp; Best Practices</a:t>
            </a:r>
            <a:endParaRPr lang="en-US" altLang="en-US" sz="4500">
              <a:solidFill>
                <a:schemeClr val="tx1"/>
              </a:solidFill>
              <a:latin typeface="Tahoma" panose="020B0604030504040204"/>
              <a:ea typeface="Arial" panose="020B0604020202020204" pitchFamily="34" charset="0"/>
              <a:cs typeface="Tahoma" panose="020B060403050404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81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5200">
                <a:latin typeface="Tahoma" panose="020B0604030504040204"/>
                <a:cs typeface="Tahoma" panose="020B0604030504040204"/>
              </a:rPr>
              <a:t>State Normalization</a:t>
            </a:r>
            <a:endParaRPr lang="en-US" altLang="en-US" sz="5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86040" y="4000500"/>
            <a:ext cx="8465820" cy="262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 The problem with nested data from APIs</a:t>
            </a: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The Solution: Normalization</a:t>
            </a: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createEntityAdapter</a:t>
            </a:r>
            <a:endParaRPr lang="en-US" altLang="en-US" sz="3400" spc="-270" dirty="0">
              <a:solidFill>
                <a:srgbClr val="F15B2A"/>
              </a:soli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0" y="3390900"/>
            <a:ext cx="14474825" cy="2380615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Normalize an API response for a list of products and manage updates to a single product item.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4.1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Code Structure &amp; Organization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962400" y="3086100"/>
            <a:ext cx="13965555" cy="4297680"/>
          </a:xfrm>
          <a:prstGeom prst="rect">
            <a:avLst/>
          </a:prstGeom>
        </p:spPr>
        <p:txBody>
          <a:bodyPr wrap="square">
            <a:spAutoFit/>
          </a:bodyPr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folder by type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feature-based (often called the Ducks Pattern)</a:t>
            </a: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The recommended approach for modern, large-scale applications is the feature-based folder structure.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Folder-by-Type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962400" y="3086100"/>
            <a:ext cx="13965555" cy="6657340"/>
          </a:xfrm>
          <a:prstGeom prst="rect">
            <a:avLst/>
          </a:prstGeom>
        </p:spPr>
        <p:txBody>
          <a:bodyPr wrap="square">
            <a:spAutoFit/>
          </a:bodyPr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Structure: All files of the same type are grouped together.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/actions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/reducers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/store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/components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2399665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Feature-Based Folder Structure  (Ducks Pattern)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962400" y="3086100"/>
            <a:ext cx="13965555" cy="6529070"/>
          </a:xfrm>
          <a:prstGeom prst="rect">
            <a:avLst/>
          </a:prstGeom>
        </p:spPr>
        <p:txBody>
          <a:bodyPr wrap="square">
            <a:spAutoFit/>
          </a:bodyPr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Structure: All files related to a specific feature are grouped together in their own directory.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485900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/features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943100" lvl="1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/user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userSlice.ts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UserProfile.tsx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943100" lvl="1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/products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productsSlice.ts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400300" lvl="2" indent="-5715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ProductList.tsx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Middleware and Store Configuration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3886200" y="3086100"/>
            <a:ext cx="13965555" cy="5169535"/>
          </a:xfrm>
          <a:prstGeom prst="rect">
            <a:avLst/>
          </a:prstGeom>
        </p:spPr>
        <p:txBody>
          <a:bodyPr wrap="square">
            <a:spAutoFit/>
          </a:bodyPr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Built-in Middleware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914400" indent="0" algn="l" defTabSz="266700">
              <a:spcBef>
                <a:spcPts val="500"/>
              </a:spcBef>
              <a:spcAft>
                <a:spcPts val="500"/>
              </a:spcAft>
              <a:buNone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redux-thunk: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828800" lvl="2" indent="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Redux DevTools Extension Middleware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2286000" lvl="2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 b="1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serializableCheck &amp; immutableCheck</a:t>
            </a:r>
            <a:endParaRPr lang="en-US" altLang="en-US" sz="4000" b="1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2628265" y="4191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 Redux DevTools Extension </a:t>
            </a:r>
            <a:endParaRPr lang="en-US" altLang="en-US" sz="440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" name="object 4"/>
          <p:cNvSpPr txBox="1">
            <a:spLocks noGrp="1"/>
          </p:cNvSpPr>
          <p:nvPr>
            <p:ph type="title"/>
          </p:nvPr>
        </p:nvSpPr>
        <p:spPr>
          <a:xfrm>
            <a:off x="1958340" y="3390900"/>
            <a:ext cx="15564485" cy="508889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indent="0" algn="ctr">
              <a:spcBef>
                <a:spcPts val="10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en-US" sz="44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Action History</a:t>
            </a: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Black" panose="020B0A04020102020204"/>
                <a:cs typeface="Arial Black" panose="020B0A04020102020204"/>
                <a:sym typeface="+mn-ea"/>
              </a:rPr>
              <a:t> Time-Travel Debugging</a:t>
            </a: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  <a:t>State Inspection</a:t>
            </a: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br>
              <a:rPr lang="en-US" altLang="en-US" sz="44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Arial Black" panose="020B0A04020102020204"/>
                <a:cs typeface="Arial Black" panose="020B0A04020102020204"/>
                <a:sym typeface="+mn-ea"/>
              </a:rPr>
            </a:br>
            <a:r>
              <a:rPr lang="en-US" altLang="en-US" sz="44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/>
                <a:cs typeface="Arial Black" panose="020B0A04020102020204"/>
                <a:sym typeface="+mn-ea"/>
              </a:rPr>
              <a:t>Performance Monitoring</a:t>
            </a:r>
            <a:endParaRPr lang="en-US" altLang="en-US" sz="44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Arial Black" panose="020B0A04020102020204"/>
              <a:cs typeface="Arial Black" panose="020B0A04020102020204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220" y="3740150"/>
            <a:ext cx="14862175" cy="225552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40" dirty="0"/>
              <a:t> </a:t>
            </a:r>
            <a:r>
              <a:rPr spc="-25" dirty="0"/>
              <a:t>up:</a:t>
            </a:r>
            <a:endParaRPr spc="-25" dirty="0"/>
          </a:p>
          <a:p>
            <a:pPr algn="ctr">
              <a:lnSpc>
                <a:spcPts val="7895"/>
              </a:lnSpc>
            </a:pPr>
            <a:r>
              <a:rPr lang="en-US" altLang="en-US" sz="6600"/>
              <a:t>Integration &amp; Wrap-up</a:t>
            </a:r>
            <a:endParaRPr lang="en-US" altLang="en-US" sz="66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WPS Presentation</Application>
  <PresentationFormat>Custom</PresentationFormat>
  <Paragraphs>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Arial MT</vt:lpstr>
      <vt:lpstr>Arial Black</vt:lpstr>
      <vt:lpstr>Tahoma</vt:lpstr>
      <vt:lpstr>Times New Roman</vt:lpstr>
      <vt:lpstr>Microsoft YaHei</vt:lpstr>
      <vt:lpstr>Arial Unicode MS</vt:lpstr>
      <vt:lpstr>Aptos</vt:lpstr>
      <vt:lpstr>Segoe UI</vt:lpstr>
      <vt:lpstr>Wingdings</vt:lpstr>
      <vt:lpstr>Office Theme</vt:lpstr>
      <vt:lpstr>Advanced Concepts &amp; Best Practices</vt:lpstr>
      <vt:lpstr> The problem with nested data from APIs  The Solution: Normalization  createEntityAdapter</vt:lpstr>
      <vt:lpstr>Normalize an API response for a list of products and manage updates to a single product item.</vt:lpstr>
      <vt:lpstr>Code Structure &amp; Organization</vt:lpstr>
      <vt:lpstr>Folder-by-Type</vt:lpstr>
      <vt:lpstr>Feature-Based Folder Structure  (Ducks Pattern)</vt:lpstr>
      <vt:lpstr>Middleware and Store Configuration</vt:lpstr>
      <vt:lpstr>Connect the user profile slice to a React component to display and update user information.</vt:lpstr>
      <vt:lpstr>Handling Asynchronous Operations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Steve Sam</cp:lastModifiedBy>
  <cp:revision>22</cp:revision>
  <dcterms:created xsi:type="dcterms:W3CDTF">2024-10-25T14:24:00Z</dcterms:created>
  <dcterms:modified xsi:type="dcterms:W3CDTF">2025-09-21T05:58:20Z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2022-08-30T03:30:00Z</vt:filetime>
  </property>
  <property fmtid="{D5CDD505-2E9C-101B-9397-08002B2CF9AE}" pid="3" name="LastSaved">
    <vt:filetime>2024-10-26T03:30:00Z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