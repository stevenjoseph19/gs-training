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2" r:id="rId6"/>
    <p:sldId id="263" r:id="rId7"/>
    <p:sldId id="272" r:id="rId8"/>
    <p:sldId id="264" r:id="rId9"/>
    <p:sldId id="265" r:id="rId10"/>
    <p:sldId id="26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F3FCAF-60AD-4033-9763-118EEA5F9BD7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98548CD-2725-407A-8EA4-54C76E6C5E5B}">
      <dgm:prSet/>
      <dgm:spPr/>
      <dgm:t>
        <a:bodyPr/>
        <a:lstStyle/>
        <a:p>
          <a:r>
            <a:rPr lang="en-IN"/>
            <a:t>The Reality: Data is rarely available instantly.</a:t>
          </a:r>
          <a:endParaRPr lang="en-US"/>
        </a:p>
      </dgm:t>
    </dgm:pt>
    <dgm:pt modelId="{E3BD8248-6630-4F9D-ABEA-799EFE00CD02}" type="parTrans" cxnId="{BE35F949-987A-43EF-9CD1-AF7606F4C052}">
      <dgm:prSet/>
      <dgm:spPr/>
      <dgm:t>
        <a:bodyPr/>
        <a:lstStyle/>
        <a:p>
          <a:endParaRPr lang="en-US"/>
        </a:p>
      </dgm:t>
    </dgm:pt>
    <dgm:pt modelId="{11633879-2F34-41DD-816E-A9953717EDC0}" type="sibTrans" cxnId="{BE35F949-987A-43EF-9CD1-AF7606F4C052}">
      <dgm:prSet/>
      <dgm:spPr/>
      <dgm:t>
        <a:bodyPr/>
        <a:lstStyle/>
        <a:p>
          <a:endParaRPr lang="en-US"/>
        </a:p>
      </dgm:t>
    </dgm:pt>
    <dgm:pt modelId="{0C7D2A00-3BB8-4D30-BCD7-EFC1AF1D30F4}">
      <dgm:prSet/>
      <dgm:spPr/>
      <dgm:t>
        <a:bodyPr/>
        <a:lstStyle/>
        <a:p>
          <a:r>
            <a:rPr lang="en-IN"/>
            <a:t>The Scenario: (Consumes 3-Step Handshake API).</a:t>
          </a:r>
          <a:endParaRPr lang="en-US"/>
        </a:p>
      </dgm:t>
    </dgm:pt>
    <dgm:pt modelId="{03DEE8E6-95E6-4452-B187-648DB3411A49}" type="parTrans" cxnId="{CE1AA808-F538-4136-9287-2554B19C96FF}">
      <dgm:prSet/>
      <dgm:spPr/>
      <dgm:t>
        <a:bodyPr/>
        <a:lstStyle/>
        <a:p>
          <a:endParaRPr lang="en-US"/>
        </a:p>
      </dgm:t>
    </dgm:pt>
    <dgm:pt modelId="{F52C35CC-9AC7-41D8-A785-2E0339CE555A}" type="sibTrans" cxnId="{CE1AA808-F538-4136-9287-2554B19C96FF}">
      <dgm:prSet/>
      <dgm:spPr/>
      <dgm:t>
        <a:bodyPr/>
        <a:lstStyle/>
        <a:p>
          <a:endParaRPr lang="en-US"/>
        </a:p>
      </dgm:t>
    </dgm:pt>
    <dgm:pt modelId="{F562D9CE-297E-43B1-A8B3-A2BA0E876B60}">
      <dgm:prSet/>
      <dgm:spPr/>
      <dgm:t>
        <a:bodyPr/>
        <a:lstStyle/>
        <a:p>
          <a:r>
            <a:rPr lang="en-IN"/>
            <a:t>Initiate: Send the trade intent.</a:t>
          </a:r>
          <a:endParaRPr lang="en-US"/>
        </a:p>
      </dgm:t>
    </dgm:pt>
    <dgm:pt modelId="{087585DC-1561-4D66-9B2E-028553E92041}" type="parTrans" cxnId="{E95D1642-0624-4648-BDA4-32B37A788957}">
      <dgm:prSet/>
      <dgm:spPr/>
      <dgm:t>
        <a:bodyPr/>
        <a:lstStyle/>
        <a:p>
          <a:endParaRPr lang="en-US"/>
        </a:p>
      </dgm:t>
    </dgm:pt>
    <dgm:pt modelId="{64394FB9-E800-48CF-9780-B2C56E5C0445}" type="sibTrans" cxnId="{E95D1642-0624-4648-BDA4-32B37A788957}">
      <dgm:prSet/>
      <dgm:spPr/>
      <dgm:t>
        <a:bodyPr/>
        <a:lstStyle/>
        <a:p>
          <a:endParaRPr lang="en-US"/>
        </a:p>
      </dgm:t>
    </dgm:pt>
    <dgm:pt modelId="{32CE7776-AA5A-4EF5-9D5E-827F36502DCA}">
      <dgm:prSet/>
      <dgm:spPr/>
      <dgm:t>
        <a:bodyPr/>
        <a:lstStyle/>
        <a:p>
          <a:r>
            <a:rPr lang="en-IN"/>
            <a:t>Validate: Backend checks credit limits/compliance.</a:t>
          </a:r>
          <a:endParaRPr lang="en-US"/>
        </a:p>
      </dgm:t>
    </dgm:pt>
    <dgm:pt modelId="{5E6ED14B-CE59-4F67-89FD-F8875E7E000A}" type="parTrans" cxnId="{5C362F86-A3AB-4727-95D9-A3DAC50BC054}">
      <dgm:prSet/>
      <dgm:spPr/>
      <dgm:t>
        <a:bodyPr/>
        <a:lstStyle/>
        <a:p>
          <a:endParaRPr lang="en-US"/>
        </a:p>
      </dgm:t>
    </dgm:pt>
    <dgm:pt modelId="{B780988F-25F8-4313-9513-96B021DD5101}" type="sibTrans" cxnId="{5C362F86-A3AB-4727-95D9-A3DAC50BC054}">
      <dgm:prSet/>
      <dgm:spPr/>
      <dgm:t>
        <a:bodyPr/>
        <a:lstStyle/>
        <a:p>
          <a:endParaRPr lang="en-US"/>
        </a:p>
      </dgm:t>
    </dgm:pt>
    <dgm:pt modelId="{C792DB36-0C49-4AA7-BBD3-D8A8A7952203}">
      <dgm:prSet/>
      <dgm:spPr/>
      <dgm:t>
        <a:bodyPr/>
        <a:lstStyle/>
        <a:p>
          <a:r>
            <a:rPr lang="en-IN"/>
            <a:t>Confirm: Final execution and receipt.</a:t>
          </a:r>
          <a:endParaRPr lang="en-US"/>
        </a:p>
      </dgm:t>
    </dgm:pt>
    <dgm:pt modelId="{9751BDAA-D1DB-41D1-8521-465F5E24FF22}" type="parTrans" cxnId="{7A004B14-4AB4-4D6B-8DCF-9763910B2ABF}">
      <dgm:prSet/>
      <dgm:spPr/>
      <dgm:t>
        <a:bodyPr/>
        <a:lstStyle/>
        <a:p>
          <a:endParaRPr lang="en-US"/>
        </a:p>
      </dgm:t>
    </dgm:pt>
    <dgm:pt modelId="{24C0D4C0-D4DF-4B62-B7CF-968AFBE32B9A}" type="sibTrans" cxnId="{7A004B14-4AB4-4D6B-8DCF-9763910B2ABF}">
      <dgm:prSet/>
      <dgm:spPr/>
      <dgm:t>
        <a:bodyPr/>
        <a:lstStyle/>
        <a:p>
          <a:endParaRPr lang="en-US"/>
        </a:p>
      </dgm:t>
    </dgm:pt>
    <dgm:pt modelId="{8206CB67-3EDE-411F-8F78-79557020E7E6}">
      <dgm:prSet/>
      <dgm:spPr/>
      <dgm:t>
        <a:bodyPr/>
        <a:lstStyle/>
        <a:p>
          <a:r>
            <a:rPr lang="en-IN"/>
            <a:t>The Challenge: Avoiding "Callback Hell" while maintaining the state of the trade across different network timestamps.</a:t>
          </a:r>
          <a:endParaRPr lang="en-US"/>
        </a:p>
      </dgm:t>
    </dgm:pt>
    <dgm:pt modelId="{96ADC33D-30F9-4DC6-97AE-3A45407203CB}" type="parTrans" cxnId="{322169C0-9196-475B-BCFC-034623985D53}">
      <dgm:prSet/>
      <dgm:spPr/>
      <dgm:t>
        <a:bodyPr/>
        <a:lstStyle/>
        <a:p>
          <a:endParaRPr lang="en-US"/>
        </a:p>
      </dgm:t>
    </dgm:pt>
    <dgm:pt modelId="{881ADD17-93FD-40C6-8F55-3CEF520A5DDF}" type="sibTrans" cxnId="{322169C0-9196-475B-BCFC-034623985D53}">
      <dgm:prSet/>
      <dgm:spPr/>
      <dgm:t>
        <a:bodyPr/>
        <a:lstStyle/>
        <a:p>
          <a:endParaRPr lang="en-US"/>
        </a:p>
      </dgm:t>
    </dgm:pt>
    <dgm:pt modelId="{9660A567-5D56-4EE3-97D9-099CF2D2466D}" type="pres">
      <dgm:prSet presAssocID="{C5F3FCAF-60AD-4033-9763-118EEA5F9BD7}" presName="linear" presStyleCnt="0">
        <dgm:presLayoutVars>
          <dgm:animLvl val="lvl"/>
          <dgm:resizeHandles val="exact"/>
        </dgm:presLayoutVars>
      </dgm:prSet>
      <dgm:spPr/>
    </dgm:pt>
    <dgm:pt modelId="{5BF8E80B-77DA-4889-B6A7-B58A69F83E95}" type="pres">
      <dgm:prSet presAssocID="{C98548CD-2725-407A-8EA4-54C76E6C5E5B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CDFE5AF8-CD2F-40C2-9517-925ACF2063C2}" type="pres">
      <dgm:prSet presAssocID="{11633879-2F34-41DD-816E-A9953717EDC0}" presName="spacer" presStyleCnt="0"/>
      <dgm:spPr/>
    </dgm:pt>
    <dgm:pt modelId="{91C279AC-969E-40BF-939E-609ECDE61B05}" type="pres">
      <dgm:prSet presAssocID="{0C7D2A00-3BB8-4D30-BCD7-EFC1AF1D30F4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0C05BF30-3010-4F1A-A0FA-4D6F8AA20A49}" type="pres">
      <dgm:prSet presAssocID="{F52C35CC-9AC7-41D8-A785-2E0339CE555A}" presName="spacer" presStyleCnt="0"/>
      <dgm:spPr/>
    </dgm:pt>
    <dgm:pt modelId="{6E59B689-AB3C-4393-A3A4-D4FBEB600B18}" type="pres">
      <dgm:prSet presAssocID="{F562D9CE-297E-43B1-A8B3-A2BA0E876B60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D8189C83-F5DE-4EF2-B5A7-E2CA28B594BB}" type="pres">
      <dgm:prSet presAssocID="{64394FB9-E800-48CF-9780-B2C56E5C0445}" presName="spacer" presStyleCnt="0"/>
      <dgm:spPr/>
    </dgm:pt>
    <dgm:pt modelId="{E648376B-C53D-488A-BEEF-101998C6FE5B}" type="pres">
      <dgm:prSet presAssocID="{32CE7776-AA5A-4EF5-9D5E-827F36502DCA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40B38EF5-A809-4557-A6B3-2C10AB02B7C4}" type="pres">
      <dgm:prSet presAssocID="{B780988F-25F8-4313-9513-96B021DD5101}" presName="spacer" presStyleCnt="0"/>
      <dgm:spPr/>
    </dgm:pt>
    <dgm:pt modelId="{92F2ED27-78E6-4CB2-92FC-E4FD53DD81D0}" type="pres">
      <dgm:prSet presAssocID="{C792DB36-0C49-4AA7-BBD3-D8A8A7952203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31CAEF5A-58AF-45C1-8635-E83FA0343A6C}" type="pres">
      <dgm:prSet presAssocID="{24C0D4C0-D4DF-4B62-B7CF-968AFBE32B9A}" presName="spacer" presStyleCnt="0"/>
      <dgm:spPr/>
    </dgm:pt>
    <dgm:pt modelId="{E8DF925C-5A88-4B25-8833-FC0C81227380}" type="pres">
      <dgm:prSet presAssocID="{8206CB67-3EDE-411F-8F78-79557020E7E6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CE1AA808-F538-4136-9287-2554B19C96FF}" srcId="{C5F3FCAF-60AD-4033-9763-118EEA5F9BD7}" destId="{0C7D2A00-3BB8-4D30-BCD7-EFC1AF1D30F4}" srcOrd="1" destOrd="0" parTransId="{03DEE8E6-95E6-4452-B187-648DB3411A49}" sibTransId="{F52C35CC-9AC7-41D8-A785-2E0339CE555A}"/>
    <dgm:cxn modelId="{7D455209-5BCD-48F9-A9FB-15B2D6195D25}" type="presOf" srcId="{32CE7776-AA5A-4EF5-9D5E-827F36502DCA}" destId="{E648376B-C53D-488A-BEEF-101998C6FE5B}" srcOrd="0" destOrd="0" presId="urn:microsoft.com/office/officeart/2005/8/layout/vList2"/>
    <dgm:cxn modelId="{7A004B14-4AB4-4D6B-8DCF-9763910B2ABF}" srcId="{C5F3FCAF-60AD-4033-9763-118EEA5F9BD7}" destId="{C792DB36-0C49-4AA7-BBD3-D8A8A7952203}" srcOrd="4" destOrd="0" parTransId="{9751BDAA-D1DB-41D1-8521-465F5E24FF22}" sibTransId="{24C0D4C0-D4DF-4B62-B7CF-968AFBE32B9A}"/>
    <dgm:cxn modelId="{5309B72F-A8BC-4B70-A318-1EBDAB07C8B1}" type="presOf" srcId="{C98548CD-2725-407A-8EA4-54C76E6C5E5B}" destId="{5BF8E80B-77DA-4889-B6A7-B58A69F83E95}" srcOrd="0" destOrd="0" presId="urn:microsoft.com/office/officeart/2005/8/layout/vList2"/>
    <dgm:cxn modelId="{24400A32-7942-440E-99E1-FCACF6F8933D}" type="presOf" srcId="{C5F3FCAF-60AD-4033-9763-118EEA5F9BD7}" destId="{9660A567-5D56-4EE3-97D9-099CF2D2466D}" srcOrd="0" destOrd="0" presId="urn:microsoft.com/office/officeart/2005/8/layout/vList2"/>
    <dgm:cxn modelId="{E95D1642-0624-4648-BDA4-32B37A788957}" srcId="{C5F3FCAF-60AD-4033-9763-118EEA5F9BD7}" destId="{F562D9CE-297E-43B1-A8B3-A2BA0E876B60}" srcOrd="2" destOrd="0" parTransId="{087585DC-1561-4D66-9B2E-028553E92041}" sibTransId="{64394FB9-E800-48CF-9780-B2C56E5C0445}"/>
    <dgm:cxn modelId="{BE35F949-987A-43EF-9CD1-AF7606F4C052}" srcId="{C5F3FCAF-60AD-4033-9763-118EEA5F9BD7}" destId="{C98548CD-2725-407A-8EA4-54C76E6C5E5B}" srcOrd="0" destOrd="0" parTransId="{E3BD8248-6630-4F9D-ABEA-799EFE00CD02}" sibTransId="{11633879-2F34-41DD-816E-A9953717EDC0}"/>
    <dgm:cxn modelId="{A69A9E72-707A-43AC-BBFA-6DB87E0E4C95}" type="presOf" srcId="{0C7D2A00-3BB8-4D30-BCD7-EFC1AF1D30F4}" destId="{91C279AC-969E-40BF-939E-609ECDE61B05}" srcOrd="0" destOrd="0" presId="urn:microsoft.com/office/officeart/2005/8/layout/vList2"/>
    <dgm:cxn modelId="{5C362F86-A3AB-4727-95D9-A3DAC50BC054}" srcId="{C5F3FCAF-60AD-4033-9763-118EEA5F9BD7}" destId="{32CE7776-AA5A-4EF5-9D5E-827F36502DCA}" srcOrd="3" destOrd="0" parTransId="{5E6ED14B-CE59-4F67-89FD-F8875E7E000A}" sibTransId="{B780988F-25F8-4313-9513-96B021DD5101}"/>
    <dgm:cxn modelId="{1404AFB3-E5C1-47ED-BD79-048A7C9DD90B}" type="presOf" srcId="{8206CB67-3EDE-411F-8F78-79557020E7E6}" destId="{E8DF925C-5A88-4B25-8833-FC0C81227380}" srcOrd="0" destOrd="0" presId="urn:microsoft.com/office/officeart/2005/8/layout/vList2"/>
    <dgm:cxn modelId="{322169C0-9196-475B-BCFC-034623985D53}" srcId="{C5F3FCAF-60AD-4033-9763-118EEA5F9BD7}" destId="{8206CB67-3EDE-411F-8F78-79557020E7E6}" srcOrd="5" destOrd="0" parTransId="{96ADC33D-30F9-4DC6-97AE-3A45407203CB}" sibTransId="{881ADD17-93FD-40C6-8F55-3CEF520A5DDF}"/>
    <dgm:cxn modelId="{224A72CA-8B22-486C-9559-BC9BF4B004BB}" type="presOf" srcId="{C792DB36-0C49-4AA7-BBD3-D8A8A7952203}" destId="{92F2ED27-78E6-4CB2-92FC-E4FD53DD81D0}" srcOrd="0" destOrd="0" presId="urn:microsoft.com/office/officeart/2005/8/layout/vList2"/>
    <dgm:cxn modelId="{180DC6D3-CAA1-47C8-8BE8-882D40C8D60A}" type="presOf" srcId="{F562D9CE-297E-43B1-A8B3-A2BA0E876B60}" destId="{6E59B689-AB3C-4393-A3A4-D4FBEB600B18}" srcOrd="0" destOrd="0" presId="urn:microsoft.com/office/officeart/2005/8/layout/vList2"/>
    <dgm:cxn modelId="{EE3EDDD8-7543-4406-8978-601BE8FADC0E}" type="presParOf" srcId="{9660A567-5D56-4EE3-97D9-099CF2D2466D}" destId="{5BF8E80B-77DA-4889-B6A7-B58A69F83E95}" srcOrd="0" destOrd="0" presId="urn:microsoft.com/office/officeart/2005/8/layout/vList2"/>
    <dgm:cxn modelId="{0D189CC1-F386-4D82-9A9F-37B98267DD4D}" type="presParOf" srcId="{9660A567-5D56-4EE3-97D9-099CF2D2466D}" destId="{CDFE5AF8-CD2F-40C2-9517-925ACF2063C2}" srcOrd="1" destOrd="0" presId="urn:microsoft.com/office/officeart/2005/8/layout/vList2"/>
    <dgm:cxn modelId="{F8F29B8F-0232-40A4-8B3E-AACF55E96AD5}" type="presParOf" srcId="{9660A567-5D56-4EE3-97D9-099CF2D2466D}" destId="{91C279AC-969E-40BF-939E-609ECDE61B05}" srcOrd="2" destOrd="0" presId="urn:microsoft.com/office/officeart/2005/8/layout/vList2"/>
    <dgm:cxn modelId="{8E85E143-B961-4ACF-9092-4A90B11D0407}" type="presParOf" srcId="{9660A567-5D56-4EE3-97D9-099CF2D2466D}" destId="{0C05BF30-3010-4F1A-A0FA-4D6F8AA20A49}" srcOrd="3" destOrd="0" presId="urn:microsoft.com/office/officeart/2005/8/layout/vList2"/>
    <dgm:cxn modelId="{88622B8D-7488-49E4-9E7C-6AEDE96545C7}" type="presParOf" srcId="{9660A567-5D56-4EE3-97D9-099CF2D2466D}" destId="{6E59B689-AB3C-4393-A3A4-D4FBEB600B18}" srcOrd="4" destOrd="0" presId="urn:microsoft.com/office/officeart/2005/8/layout/vList2"/>
    <dgm:cxn modelId="{12E85980-49D8-476D-A220-59E2B26F3113}" type="presParOf" srcId="{9660A567-5D56-4EE3-97D9-099CF2D2466D}" destId="{D8189C83-F5DE-4EF2-B5A7-E2CA28B594BB}" srcOrd="5" destOrd="0" presId="urn:microsoft.com/office/officeart/2005/8/layout/vList2"/>
    <dgm:cxn modelId="{3256F7EC-4EFB-4B48-B997-5C6B7E494273}" type="presParOf" srcId="{9660A567-5D56-4EE3-97D9-099CF2D2466D}" destId="{E648376B-C53D-488A-BEEF-101998C6FE5B}" srcOrd="6" destOrd="0" presId="urn:microsoft.com/office/officeart/2005/8/layout/vList2"/>
    <dgm:cxn modelId="{66907764-5450-437B-B530-99E14AB09EC9}" type="presParOf" srcId="{9660A567-5D56-4EE3-97D9-099CF2D2466D}" destId="{40B38EF5-A809-4557-A6B3-2C10AB02B7C4}" srcOrd="7" destOrd="0" presId="urn:microsoft.com/office/officeart/2005/8/layout/vList2"/>
    <dgm:cxn modelId="{002640D5-813D-494B-A1B8-3F820950AAC9}" type="presParOf" srcId="{9660A567-5D56-4EE3-97D9-099CF2D2466D}" destId="{92F2ED27-78E6-4CB2-92FC-E4FD53DD81D0}" srcOrd="8" destOrd="0" presId="urn:microsoft.com/office/officeart/2005/8/layout/vList2"/>
    <dgm:cxn modelId="{8D9ABFE0-5760-4F3E-8C48-6631DEA80E1A}" type="presParOf" srcId="{9660A567-5D56-4EE3-97D9-099CF2D2466D}" destId="{31CAEF5A-58AF-45C1-8635-E83FA0343A6C}" srcOrd="9" destOrd="0" presId="urn:microsoft.com/office/officeart/2005/8/layout/vList2"/>
    <dgm:cxn modelId="{DB24A024-57A2-4F04-8C80-B23B66068F34}" type="presParOf" srcId="{9660A567-5D56-4EE3-97D9-099CF2D2466D}" destId="{E8DF925C-5A88-4B25-8833-FC0C81227380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4492664-B33C-447C-A56F-62BDE9ABE56F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DC7783F-0706-4008-A03A-08275F3FEA3D}">
      <dgm:prSet/>
      <dgm:spPr/>
      <dgm:t>
        <a:bodyPr/>
        <a:lstStyle/>
        <a:p>
          <a:r>
            <a:rPr lang="en-IN"/>
            <a:t>Objective: Chain initiate() -&gt; validate() -&gt; confirm() using Pure Promises.</a:t>
          </a:r>
          <a:endParaRPr lang="en-US"/>
        </a:p>
      </dgm:t>
    </dgm:pt>
    <dgm:pt modelId="{839363A1-3AE7-4A27-9670-5B66A9DA4F51}" type="parTrans" cxnId="{F6D705C9-FB5F-4CFA-8897-D96455B06218}">
      <dgm:prSet/>
      <dgm:spPr/>
      <dgm:t>
        <a:bodyPr/>
        <a:lstStyle/>
        <a:p>
          <a:endParaRPr lang="en-US"/>
        </a:p>
      </dgm:t>
    </dgm:pt>
    <dgm:pt modelId="{ABD40898-6AF0-43DE-B213-8AE64E631F4C}" type="sibTrans" cxnId="{F6D705C9-FB5F-4CFA-8897-D96455B06218}">
      <dgm:prSet/>
      <dgm:spPr/>
      <dgm:t>
        <a:bodyPr/>
        <a:lstStyle/>
        <a:p>
          <a:endParaRPr lang="en-US"/>
        </a:p>
      </dgm:t>
    </dgm:pt>
    <dgm:pt modelId="{F168A346-411B-4B8B-A7FF-738208FAB63A}">
      <dgm:prSet/>
      <dgm:spPr/>
      <dgm:t>
        <a:bodyPr/>
        <a:lstStyle/>
        <a:p>
          <a:r>
            <a:rPr lang="en-IN"/>
            <a:t>The Engineering Trick: Error Propagation. If 'Validate' fails, 'Confirm' should never run.</a:t>
          </a:r>
          <a:endParaRPr lang="en-US"/>
        </a:p>
      </dgm:t>
    </dgm:pt>
    <dgm:pt modelId="{19A70559-3B2C-4AAF-9574-E42D2EE1C26B}" type="parTrans" cxnId="{A44D155E-6EEB-4EC3-8668-35DFE0173E70}">
      <dgm:prSet/>
      <dgm:spPr/>
      <dgm:t>
        <a:bodyPr/>
        <a:lstStyle/>
        <a:p>
          <a:endParaRPr lang="en-US"/>
        </a:p>
      </dgm:t>
    </dgm:pt>
    <dgm:pt modelId="{246EBC87-24EB-4040-8A61-0B33CBA1D413}" type="sibTrans" cxnId="{A44D155E-6EEB-4EC3-8668-35DFE0173E70}">
      <dgm:prSet/>
      <dgm:spPr/>
      <dgm:t>
        <a:bodyPr/>
        <a:lstStyle/>
        <a:p>
          <a:endParaRPr lang="en-US"/>
        </a:p>
      </dgm:t>
    </dgm:pt>
    <dgm:pt modelId="{1F14DE34-CC9D-42F6-BEB2-F3F67A7D5559}">
      <dgm:prSet/>
      <dgm:spPr/>
      <dgm:t>
        <a:bodyPr/>
        <a:lstStyle/>
        <a:p>
          <a:r>
            <a:rPr lang="en-IN"/>
            <a:t>The Closure Connection: Using closures to keep the tradeId accessible through the entire chain without using global variables.</a:t>
          </a:r>
          <a:endParaRPr lang="en-US"/>
        </a:p>
      </dgm:t>
    </dgm:pt>
    <dgm:pt modelId="{1A153BAD-A61A-4A05-BECF-B96F96B65C7E}" type="parTrans" cxnId="{160A5274-910C-40D9-8ABA-C048948BBA06}">
      <dgm:prSet/>
      <dgm:spPr/>
      <dgm:t>
        <a:bodyPr/>
        <a:lstStyle/>
        <a:p>
          <a:endParaRPr lang="en-US"/>
        </a:p>
      </dgm:t>
    </dgm:pt>
    <dgm:pt modelId="{D721774A-E74F-4D54-8659-ABDF22E68D2E}" type="sibTrans" cxnId="{160A5274-910C-40D9-8ABA-C048948BBA06}">
      <dgm:prSet/>
      <dgm:spPr/>
      <dgm:t>
        <a:bodyPr/>
        <a:lstStyle/>
        <a:p>
          <a:endParaRPr lang="en-US"/>
        </a:p>
      </dgm:t>
    </dgm:pt>
    <dgm:pt modelId="{2EA15C11-9257-41DB-BE27-F9BE604F112A}" type="pres">
      <dgm:prSet presAssocID="{94492664-B33C-447C-A56F-62BDE9ABE56F}" presName="outerComposite" presStyleCnt="0">
        <dgm:presLayoutVars>
          <dgm:chMax val="5"/>
          <dgm:dir/>
          <dgm:resizeHandles val="exact"/>
        </dgm:presLayoutVars>
      </dgm:prSet>
      <dgm:spPr/>
    </dgm:pt>
    <dgm:pt modelId="{CFB3457D-221D-4492-AE50-C40675D87900}" type="pres">
      <dgm:prSet presAssocID="{94492664-B33C-447C-A56F-62BDE9ABE56F}" presName="dummyMaxCanvas" presStyleCnt="0">
        <dgm:presLayoutVars/>
      </dgm:prSet>
      <dgm:spPr/>
    </dgm:pt>
    <dgm:pt modelId="{EBFCE1D4-CD46-438D-AAED-15E1051CA50E}" type="pres">
      <dgm:prSet presAssocID="{94492664-B33C-447C-A56F-62BDE9ABE56F}" presName="ThreeNodes_1" presStyleLbl="node1" presStyleIdx="0" presStyleCnt="3">
        <dgm:presLayoutVars>
          <dgm:bulletEnabled val="1"/>
        </dgm:presLayoutVars>
      </dgm:prSet>
      <dgm:spPr/>
    </dgm:pt>
    <dgm:pt modelId="{372C003A-75C6-4728-8C3A-B93C5EBF5E4C}" type="pres">
      <dgm:prSet presAssocID="{94492664-B33C-447C-A56F-62BDE9ABE56F}" presName="ThreeNodes_2" presStyleLbl="node1" presStyleIdx="1" presStyleCnt="3">
        <dgm:presLayoutVars>
          <dgm:bulletEnabled val="1"/>
        </dgm:presLayoutVars>
      </dgm:prSet>
      <dgm:spPr/>
    </dgm:pt>
    <dgm:pt modelId="{6B1E41F7-63E3-4AC7-AB8C-27298E289678}" type="pres">
      <dgm:prSet presAssocID="{94492664-B33C-447C-A56F-62BDE9ABE56F}" presName="ThreeNodes_3" presStyleLbl="node1" presStyleIdx="2" presStyleCnt="3">
        <dgm:presLayoutVars>
          <dgm:bulletEnabled val="1"/>
        </dgm:presLayoutVars>
      </dgm:prSet>
      <dgm:spPr/>
    </dgm:pt>
    <dgm:pt modelId="{B949DF35-BED2-4C03-902A-B947850EF948}" type="pres">
      <dgm:prSet presAssocID="{94492664-B33C-447C-A56F-62BDE9ABE56F}" presName="ThreeConn_1-2" presStyleLbl="fgAccFollowNode1" presStyleIdx="0" presStyleCnt="2">
        <dgm:presLayoutVars>
          <dgm:bulletEnabled val="1"/>
        </dgm:presLayoutVars>
      </dgm:prSet>
      <dgm:spPr/>
    </dgm:pt>
    <dgm:pt modelId="{686C2022-83A7-45E1-BD9F-023FFCB59F01}" type="pres">
      <dgm:prSet presAssocID="{94492664-B33C-447C-A56F-62BDE9ABE56F}" presName="ThreeConn_2-3" presStyleLbl="fgAccFollowNode1" presStyleIdx="1" presStyleCnt="2">
        <dgm:presLayoutVars>
          <dgm:bulletEnabled val="1"/>
        </dgm:presLayoutVars>
      </dgm:prSet>
      <dgm:spPr/>
    </dgm:pt>
    <dgm:pt modelId="{39F43D29-C172-4E1D-A35B-ADCC1F268912}" type="pres">
      <dgm:prSet presAssocID="{94492664-B33C-447C-A56F-62BDE9ABE56F}" presName="ThreeNodes_1_text" presStyleLbl="node1" presStyleIdx="2" presStyleCnt="3">
        <dgm:presLayoutVars>
          <dgm:bulletEnabled val="1"/>
        </dgm:presLayoutVars>
      </dgm:prSet>
      <dgm:spPr/>
    </dgm:pt>
    <dgm:pt modelId="{D04AB1F8-6D16-410A-8701-E83FA0FAC817}" type="pres">
      <dgm:prSet presAssocID="{94492664-B33C-447C-A56F-62BDE9ABE56F}" presName="ThreeNodes_2_text" presStyleLbl="node1" presStyleIdx="2" presStyleCnt="3">
        <dgm:presLayoutVars>
          <dgm:bulletEnabled val="1"/>
        </dgm:presLayoutVars>
      </dgm:prSet>
      <dgm:spPr/>
    </dgm:pt>
    <dgm:pt modelId="{C675E188-624F-408F-A894-B971DD46BCCA}" type="pres">
      <dgm:prSet presAssocID="{94492664-B33C-447C-A56F-62BDE9ABE56F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CE7C7700-0F73-4946-A2F5-1C1B65D25F79}" type="presOf" srcId="{ABD40898-6AF0-43DE-B213-8AE64E631F4C}" destId="{B949DF35-BED2-4C03-902A-B947850EF948}" srcOrd="0" destOrd="0" presId="urn:microsoft.com/office/officeart/2005/8/layout/vProcess5"/>
    <dgm:cxn modelId="{A44D155E-6EEB-4EC3-8668-35DFE0173E70}" srcId="{94492664-B33C-447C-A56F-62BDE9ABE56F}" destId="{F168A346-411B-4B8B-A7FF-738208FAB63A}" srcOrd="1" destOrd="0" parTransId="{19A70559-3B2C-4AAF-9574-E42D2EE1C26B}" sibTransId="{246EBC87-24EB-4040-8A61-0B33CBA1D413}"/>
    <dgm:cxn modelId="{9301294C-0567-4597-A2D5-4A7AC86E67EC}" type="presOf" srcId="{5DC7783F-0706-4008-A03A-08275F3FEA3D}" destId="{EBFCE1D4-CD46-438D-AAED-15E1051CA50E}" srcOrd="0" destOrd="0" presId="urn:microsoft.com/office/officeart/2005/8/layout/vProcess5"/>
    <dgm:cxn modelId="{160A5274-910C-40D9-8ABA-C048948BBA06}" srcId="{94492664-B33C-447C-A56F-62BDE9ABE56F}" destId="{1F14DE34-CC9D-42F6-BEB2-F3F67A7D5559}" srcOrd="2" destOrd="0" parTransId="{1A153BAD-A61A-4A05-BECF-B96F96B65C7E}" sibTransId="{D721774A-E74F-4D54-8659-ABDF22E68D2E}"/>
    <dgm:cxn modelId="{B872097C-79CF-413D-9C7F-2180CC043611}" type="presOf" srcId="{1F14DE34-CC9D-42F6-BEB2-F3F67A7D5559}" destId="{C675E188-624F-408F-A894-B971DD46BCCA}" srcOrd="1" destOrd="0" presId="urn:microsoft.com/office/officeart/2005/8/layout/vProcess5"/>
    <dgm:cxn modelId="{8906B389-7AEF-4C3C-B960-1BB0D754B007}" type="presOf" srcId="{246EBC87-24EB-4040-8A61-0B33CBA1D413}" destId="{686C2022-83A7-45E1-BD9F-023FFCB59F01}" srcOrd="0" destOrd="0" presId="urn:microsoft.com/office/officeart/2005/8/layout/vProcess5"/>
    <dgm:cxn modelId="{B6FBB3B6-EBF1-4411-994A-66C354E20008}" type="presOf" srcId="{F168A346-411B-4B8B-A7FF-738208FAB63A}" destId="{372C003A-75C6-4728-8C3A-B93C5EBF5E4C}" srcOrd="0" destOrd="0" presId="urn:microsoft.com/office/officeart/2005/8/layout/vProcess5"/>
    <dgm:cxn modelId="{9D663CC0-3593-47CC-A894-8A2D9E673D40}" type="presOf" srcId="{1F14DE34-CC9D-42F6-BEB2-F3F67A7D5559}" destId="{6B1E41F7-63E3-4AC7-AB8C-27298E289678}" srcOrd="0" destOrd="0" presId="urn:microsoft.com/office/officeart/2005/8/layout/vProcess5"/>
    <dgm:cxn modelId="{63EFF8C3-009F-4DE9-8B3C-0C22E7A2932F}" type="presOf" srcId="{5DC7783F-0706-4008-A03A-08275F3FEA3D}" destId="{39F43D29-C172-4E1D-A35B-ADCC1F268912}" srcOrd="1" destOrd="0" presId="urn:microsoft.com/office/officeart/2005/8/layout/vProcess5"/>
    <dgm:cxn modelId="{F6D705C9-FB5F-4CFA-8897-D96455B06218}" srcId="{94492664-B33C-447C-A56F-62BDE9ABE56F}" destId="{5DC7783F-0706-4008-A03A-08275F3FEA3D}" srcOrd="0" destOrd="0" parTransId="{839363A1-3AE7-4A27-9670-5B66A9DA4F51}" sibTransId="{ABD40898-6AF0-43DE-B213-8AE64E631F4C}"/>
    <dgm:cxn modelId="{06B6E7EB-76B9-41C6-A710-088F6537626D}" type="presOf" srcId="{F168A346-411B-4B8B-A7FF-738208FAB63A}" destId="{D04AB1F8-6D16-410A-8701-E83FA0FAC817}" srcOrd="1" destOrd="0" presId="urn:microsoft.com/office/officeart/2005/8/layout/vProcess5"/>
    <dgm:cxn modelId="{D14132F4-6A49-4E92-BECB-75C3EAB9A28A}" type="presOf" srcId="{94492664-B33C-447C-A56F-62BDE9ABE56F}" destId="{2EA15C11-9257-41DB-BE27-F9BE604F112A}" srcOrd="0" destOrd="0" presId="urn:microsoft.com/office/officeart/2005/8/layout/vProcess5"/>
    <dgm:cxn modelId="{EB280091-A539-4DC4-B15D-32E9174F036D}" type="presParOf" srcId="{2EA15C11-9257-41DB-BE27-F9BE604F112A}" destId="{CFB3457D-221D-4492-AE50-C40675D87900}" srcOrd="0" destOrd="0" presId="urn:microsoft.com/office/officeart/2005/8/layout/vProcess5"/>
    <dgm:cxn modelId="{7E8610D0-4794-4228-8D5F-DCA5F671DD2A}" type="presParOf" srcId="{2EA15C11-9257-41DB-BE27-F9BE604F112A}" destId="{EBFCE1D4-CD46-438D-AAED-15E1051CA50E}" srcOrd="1" destOrd="0" presId="urn:microsoft.com/office/officeart/2005/8/layout/vProcess5"/>
    <dgm:cxn modelId="{89C6C912-3818-4BFB-8236-33726D090306}" type="presParOf" srcId="{2EA15C11-9257-41DB-BE27-F9BE604F112A}" destId="{372C003A-75C6-4728-8C3A-B93C5EBF5E4C}" srcOrd="2" destOrd="0" presId="urn:microsoft.com/office/officeart/2005/8/layout/vProcess5"/>
    <dgm:cxn modelId="{62A33EC8-6A2C-490E-A19E-E44917E7EB23}" type="presParOf" srcId="{2EA15C11-9257-41DB-BE27-F9BE604F112A}" destId="{6B1E41F7-63E3-4AC7-AB8C-27298E289678}" srcOrd="3" destOrd="0" presId="urn:microsoft.com/office/officeart/2005/8/layout/vProcess5"/>
    <dgm:cxn modelId="{64492B2F-C84B-4B27-B9F8-1B305E154E74}" type="presParOf" srcId="{2EA15C11-9257-41DB-BE27-F9BE604F112A}" destId="{B949DF35-BED2-4C03-902A-B947850EF948}" srcOrd="4" destOrd="0" presId="urn:microsoft.com/office/officeart/2005/8/layout/vProcess5"/>
    <dgm:cxn modelId="{9FBDA0B7-E5CC-490D-A680-F2DD8555234B}" type="presParOf" srcId="{2EA15C11-9257-41DB-BE27-F9BE604F112A}" destId="{686C2022-83A7-45E1-BD9F-023FFCB59F01}" srcOrd="5" destOrd="0" presId="urn:microsoft.com/office/officeart/2005/8/layout/vProcess5"/>
    <dgm:cxn modelId="{79072B6C-A2C4-4A18-92A2-73CE4C035C63}" type="presParOf" srcId="{2EA15C11-9257-41DB-BE27-F9BE604F112A}" destId="{39F43D29-C172-4E1D-A35B-ADCC1F268912}" srcOrd="6" destOrd="0" presId="urn:microsoft.com/office/officeart/2005/8/layout/vProcess5"/>
    <dgm:cxn modelId="{32C64984-EE4E-45D0-AA71-3B493F33FB7D}" type="presParOf" srcId="{2EA15C11-9257-41DB-BE27-F9BE604F112A}" destId="{D04AB1F8-6D16-410A-8701-E83FA0FAC817}" srcOrd="7" destOrd="0" presId="urn:microsoft.com/office/officeart/2005/8/layout/vProcess5"/>
    <dgm:cxn modelId="{1773B0F5-DA6A-44C6-8BAE-2634934C2FDD}" type="presParOf" srcId="{2EA15C11-9257-41DB-BE27-F9BE604F112A}" destId="{C675E188-624F-408F-A894-B971DD46BCCA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03CD655-24B1-496E-9107-44ED23A61E4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21A8D5E-650B-4D84-8254-9FEA5339387F}">
      <dgm:prSet/>
      <dgm:spPr/>
      <dgm:t>
        <a:bodyPr/>
        <a:lstStyle/>
        <a:p>
          <a:r>
            <a:rPr lang="en-IN" dirty="0" err="1"/>
            <a:t>Promise.all</a:t>
          </a:r>
          <a:r>
            <a:rPr lang="en-IN" dirty="0"/>
            <a:t>: Wait for multiple independent data points (e.g., fetch 5 different currency rates) before showing the price.</a:t>
          </a:r>
          <a:endParaRPr lang="en-US" dirty="0"/>
        </a:p>
      </dgm:t>
    </dgm:pt>
    <dgm:pt modelId="{FEE07949-BB21-43D1-97E0-18278E18F5CF}" type="parTrans" cxnId="{E44530E6-5C0F-4A4B-9E3B-CE22C3BA9BB2}">
      <dgm:prSet/>
      <dgm:spPr/>
      <dgm:t>
        <a:bodyPr/>
        <a:lstStyle/>
        <a:p>
          <a:endParaRPr lang="en-US"/>
        </a:p>
      </dgm:t>
    </dgm:pt>
    <dgm:pt modelId="{735B0E85-A509-4470-A079-1380F2B4358E}" type="sibTrans" cxnId="{E44530E6-5C0F-4A4B-9E3B-CE22C3BA9BB2}">
      <dgm:prSet/>
      <dgm:spPr/>
      <dgm:t>
        <a:bodyPr/>
        <a:lstStyle/>
        <a:p>
          <a:endParaRPr lang="en-US"/>
        </a:p>
      </dgm:t>
    </dgm:pt>
    <dgm:pt modelId="{AA34B1BF-D4B2-45D1-9B4C-F053CDD109E7}">
      <dgm:prSet/>
      <dgm:spPr/>
      <dgm:t>
        <a:bodyPr/>
        <a:lstStyle/>
        <a:p>
          <a:r>
            <a:rPr lang="en-IN"/>
            <a:t>Promise.race: Use for "Timeouts." If the API doesn't respond in 500ms, fall back to the local cache.</a:t>
          </a:r>
          <a:endParaRPr lang="en-US"/>
        </a:p>
      </dgm:t>
    </dgm:pt>
    <dgm:pt modelId="{A2467C25-AF32-42D9-A3B7-FC1C5B5ED26B}" type="parTrans" cxnId="{95FA3941-C175-4936-B644-1C8B16FB77F0}">
      <dgm:prSet/>
      <dgm:spPr/>
      <dgm:t>
        <a:bodyPr/>
        <a:lstStyle/>
        <a:p>
          <a:endParaRPr lang="en-US"/>
        </a:p>
      </dgm:t>
    </dgm:pt>
    <dgm:pt modelId="{AFEFA915-E164-4997-B70F-6D34D2F502EE}" type="sibTrans" cxnId="{95FA3941-C175-4936-B644-1C8B16FB77F0}">
      <dgm:prSet/>
      <dgm:spPr/>
      <dgm:t>
        <a:bodyPr/>
        <a:lstStyle/>
        <a:p>
          <a:endParaRPr lang="en-US"/>
        </a:p>
      </dgm:t>
    </dgm:pt>
    <dgm:pt modelId="{712F30AA-40F4-4AD9-909C-58DB4133E137}" type="pres">
      <dgm:prSet presAssocID="{703CD655-24B1-496E-9107-44ED23A61E41}" presName="root" presStyleCnt="0">
        <dgm:presLayoutVars>
          <dgm:dir/>
          <dgm:resizeHandles val="exact"/>
        </dgm:presLayoutVars>
      </dgm:prSet>
      <dgm:spPr/>
    </dgm:pt>
    <dgm:pt modelId="{7C4C9885-FF65-4AED-A4C5-23EFDCA04217}" type="pres">
      <dgm:prSet presAssocID="{421A8D5E-650B-4D84-8254-9FEA5339387F}" presName="compNode" presStyleCnt="0"/>
      <dgm:spPr/>
    </dgm:pt>
    <dgm:pt modelId="{AE24EAED-7DC2-4496-AE4D-049B3368F021}" type="pres">
      <dgm:prSet presAssocID="{421A8D5E-650B-4D84-8254-9FEA5339387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02B0ED2-A97D-4471-A91B-AD04F4773D5C}" type="pres">
      <dgm:prSet presAssocID="{421A8D5E-650B-4D84-8254-9FEA5339387F}" presName="spaceRect" presStyleCnt="0"/>
      <dgm:spPr/>
    </dgm:pt>
    <dgm:pt modelId="{0BCD2336-5AD7-43CF-BDF4-31A177498B86}" type="pres">
      <dgm:prSet presAssocID="{421A8D5E-650B-4D84-8254-9FEA5339387F}" presName="textRect" presStyleLbl="revTx" presStyleIdx="0" presStyleCnt="2">
        <dgm:presLayoutVars>
          <dgm:chMax val="1"/>
          <dgm:chPref val="1"/>
        </dgm:presLayoutVars>
      </dgm:prSet>
      <dgm:spPr/>
    </dgm:pt>
    <dgm:pt modelId="{0A7E5410-10E4-407D-B07D-78F1426766F6}" type="pres">
      <dgm:prSet presAssocID="{735B0E85-A509-4470-A079-1380F2B4358E}" presName="sibTrans" presStyleCnt="0"/>
      <dgm:spPr/>
    </dgm:pt>
    <dgm:pt modelId="{5A48346B-04A3-42F4-AEF3-67705BA56EED}" type="pres">
      <dgm:prSet presAssocID="{AA34B1BF-D4B2-45D1-9B4C-F053CDD109E7}" presName="compNode" presStyleCnt="0"/>
      <dgm:spPr/>
    </dgm:pt>
    <dgm:pt modelId="{C3A48A75-A2D9-4C58-BE3F-D0E23BFD09C4}" type="pres">
      <dgm:prSet presAssocID="{AA34B1BF-D4B2-45D1-9B4C-F053CDD109E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awl"/>
        </a:ext>
      </dgm:extLst>
    </dgm:pt>
    <dgm:pt modelId="{623B7C8B-57AD-4C1F-9007-61BB23E3AB26}" type="pres">
      <dgm:prSet presAssocID="{AA34B1BF-D4B2-45D1-9B4C-F053CDD109E7}" presName="spaceRect" presStyleCnt="0"/>
      <dgm:spPr/>
    </dgm:pt>
    <dgm:pt modelId="{014702CA-BDD2-45F8-9A43-199487C9FFBB}" type="pres">
      <dgm:prSet presAssocID="{AA34B1BF-D4B2-45D1-9B4C-F053CDD109E7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33FE0D15-0BB8-4C03-8F50-AB070E4B69F8}" type="presOf" srcId="{AA34B1BF-D4B2-45D1-9B4C-F053CDD109E7}" destId="{014702CA-BDD2-45F8-9A43-199487C9FFBB}" srcOrd="0" destOrd="0" presId="urn:microsoft.com/office/officeart/2018/2/layout/IconLabelList"/>
    <dgm:cxn modelId="{95FA3941-C175-4936-B644-1C8B16FB77F0}" srcId="{703CD655-24B1-496E-9107-44ED23A61E41}" destId="{AA34B1BF-D4B2-45D1-9B4C-F053CDD109E7}" srcOrd="1" destOrd="0" parTransId="{A2467C25-AF32-42D9-A3B7-FC1C5B5ED26B}" sibTransId="{AFEFA915-E164-4997-B70F-6D34D2F502EE}"/>
    <dgm:cxn modelId="{8969384E-CF84-4177-8389-C4F7F2D02066}" type="presOf" srcId="{421A8D5E-650B-4D84-8254-9FEA5339387F}" destId="{0BCD2336-5AD7-43CF-BDF4-31A177498B86}" srcOrd="0" destOrd="0" presId="urn:microsoft.com/office/officeart/2018/2/layout/IconLabelList"/>
    <dgm:cxn modelId="{E44530E6-5C0F-4A4B-9E3B-CE22C3BA9BB2}" srcId="{703CD655-24B1-496E-9107-44ED23A61E41}" destId="{421A8D5E-650B-4D84-8254-9FEA5339387F}" srcOrd="0" destOrd="0" parTransId="{FEE07949-BB21-43D1-97E0-18278E18F5CF}" sibTransId="{735B0E85-A509-4470-A079-1380F2B4358E}"/>
    <dgm:cxn modelId="{4C6F29ED-D302-4365-A579-693CEB522202}" type="presOf" srcId="{703CD655-24B1-496E-9107-44ED23A61E41}" destId="{712F30AA-40F4-4AD9-909C-58DB4133E137}" srcOrd="0" destOrd="0" presId="urn:microsoft.com/office/officeart/2018/2/layout/IconLabelList"/>
    <dgm:cxn modelId="{7377E1E4-1807-4172-A558-E3C5CE1DE56A}" type="presParOf" srcId="{712F30AA-40F4-4AD9-909C-58DB4133E137}" destId="{7C4C9885-FF65-4AED-A4C5-23EFDCA04217}" srcOrd="0" destOrd="0" presId="urn:microsoft.com/office/officeart/2018/2/layout/IconLabelList"/>
    <dgm:cxn modelId="{D97994FC-36AF-4E6E-9F4D-11ACB1DC8FFF}" type="presParOf" srcId="{7C4C9885-FF65-4AED-A4C5-23EFDCA04217}" destId="{AE24EAED-7DC2-4496-AE4D-049B3368F021}" srcOrd="0" destOrd="0" presId="urn:microsoft.com/office/officeart/2018/2/layout/IconLabelList"/>
    <dgm:cxn modelId="{FAB810AE-C07F-4126-BE8C-40E7B5E24171}" type="presParOf" srcId="{7C4C9885-FF65-4AED-A4C5-23EFDCA04217}" destId="{B02B0ED2-A97D-4471-A91B-AD04F4773D5C}" srcOrd="1" destOrd="0" presId="urn:microsoft.com/office/officeart/2018/2/layout/IconLabelList"/>
    <dgm:cxn modelId="{47982729-CC9C-4743-A78C-632BF6B03287}" type="presParOf" srcId="{7C4C9885-FF65-4AED-A4C5-23EFDCA04217}" destId="{0BCD2336-5AD7-43CF-BDF4-31A177498B86}" srcOrd="2" destOrd="0" presId="urn:microsoft.com/office/officeart/2018/2/layout/IconLabelList"/>
    <dgm:cxn modelId="{27B4A0A6-F03C-453E-8024-157FFCC960DA}" type="presParOf" srcId="{712F30AA-40F4-4AD9-909C-58DB4133E137}" destId="{0A7E5410-10E4-407D-B07D-78F1426766F6}" srcOrd="1" destOrd="0" presId="urn:microsoft.com/office/officeart/2018/2/layout/IconLabelList"/>
    <dgm:cxn modelId="{47A5E519-2515-4FB6-9E98-851631A4CB0B}" type="presParOf" srcId="{712F30AA-40F4-4AD9-909C-58DB4133E137}" destId="{5A48346B-04A3-42F4-AEF3-67705BA56EED}" srcOrd="2" destOrd="0" presId="urn:microsoft.com/office/officeart/2018/2/layout/IconLabelList"/>
    <dgm:cxn modelId="{C323FC62-0EA6-45C3-A36D-4D909ED0A653}" type="presParOf" srcId="{5A48346B-04A3-42F4-AEF3-67705BA56EED}" destId="{C3A48A75-A2D9-4C58-BE3F-D0E23BFD09C4}" srcOrd="0" destOrd="0" presId="urn:microsoft.com/office/officeart/2018/2/layout/IconLabelList"/>
    <dgm:cxn modelId="{380DC988-F11C-4504-9331-2393B630E040}" type="presParOf" srcId="{5A48346B-04A3-42F4-AEF3-67705BA56EED}" destId="{623B7C8B-57AD-4C1F-9007-61BB23E3AB26}" srcOrd="1" destOrd="0" presId="urn:microsoft.com/office/officeart/2018/2/layout/IconLabelList"/>
    <dgm:cxn modelId="{86217ECD-168C-4FCD-8CD1-E27C0F56D735}" type="presParOf" srcId="{5A48346B-04A3-42F4-AEF3-67705BA56EED}" destId="{014702CA-BDD2-45F8-9A43-199487C9FFB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823917F-C0F8-4C57-9C1D-578CDD8E162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D2AC2119-1C7C-44CA-8079-2E0DC781D884}">
      <dgm:prSet/>
      <dgm:spPr/>
      <dgm:t>
        <a:bodyPr/>
        <a:lstStyle/>
        <a:p>
          <a:r>
            <a:rPr lang="en-US" b="1" i="0" baseline="0"/>
            <a:t>The Scenario:</a:t>
          </a:r>
          <a:r>
            <a:rPr lang="en-US" b="0" i="0" baseline="0"/>
            <a:t> You receive a flat array of "Desks" from the Org-Chart API.</a:t>
          </a:r>
          <a:endParaRPr lang="en-US"/>
        </a:p>
      </dgm:t>
    </dgm:pt>
    <dgm:pt modelId="{63C935FB-5CB3-40B6-A1EF-E6CC2392F8D7}" type="parTrans" cxnId="{4B25CD24-68B3-45FD-A50C-44686BAAEDC7}">
      <dgm:prSet/>
      <dgm:spPr/>
      <dgm:t>
        <a:bodyPr/>
        <a:lstStyle/>
        <a:p>
          <a:endParaRPr lang="en-US"/>
        </a:p>
      </dgm:t>
    </dgm:pt>
    <dgm:pt modelId="{67FB3F8C-DE88-409B-80BD-17FE452700A7}" type="sibTrans" cxnId="{4B25CD24-68B3-45FD-A50C-44686BAAEDC7}">
      <dgm:prSet/>
      <dgm:spPr/>
      <dgm:t>
        <a:bodyPr/>
        <a:lstStyle/>
        <a:p>
          <a:endParaRPr lang="en-US"/>
        </a:p>
      </dgm:t>
    </dgm:pt>
    <dgm:pt modelId="{D6DE9B5C-44F8-4E85-BF36-6AAC37FBF46A}">
      <dgm:prSet/>
      <dgm:spPr/>
      <dgm:t>
        <a:bodyPr/>
        <a:lstStyle/>
        <a:p>
          <a:r>
            <a:rPr lang="en-US" b="1" i="0" baseline="0"/>
            <a:t>The Goal:</a:t>
          </a:r>
          <a:r>
            <a:rPr lang="en-US" b="0" i="0" baseline="0"/>
            <a:t> Transform it into a nested structure where each parent contains a children array.</a:t>
          </a:r>
          <a:endParaRPr lang="en-US"/>
        </a:p>
      </dgm:t>
    </dgm:pt>
    <dgm:pt modelId="{95A5EDAB-D122-4321-BEFD-01BD9D292FC2}" type="parTrans" cxnId="{7E4F7A48-5D8D-4CA6-B97D-FF8D1A31F8AD}">
      <dgm:prSet/>
      <dgm:spPr/>
      <dgm:t>
        <a:bodyPr/>
        <a:lstStyle/>
        <a:p>
          <a:endParaRPr lang="en-US"/>
        </a:p>
      </dgm:t>
    </dgm:pt>
    <dgm:pt modelId="{AAE74103-4084-4111-8D86-BF2D0678EE2A}" type="sibTrans" cxnId="{7E4F7A48-5D8D-4CA6-B97D-FF8D1A31F8AD}">
      <dgm:prSet/>
      <dgm:spPr/>
      <dgm:t>
        <a:bodyPr/>
        <a:lstStyle/>
        <a:p>
          <a:endParaRPr lang="en-US"/>
        </a:p>
      </dgm:t>
    </dgm:pt>
    <dgm:pt modelId="{DDE9AE17-EDA1-4309-8968-5871115CF57E}">
      <dgm:prSet/>
      <dgm:spPr/>
      <dgm:t>
        <a:bodyPr/>
        <a:lstStyle/>
        <a:p>
          <a:r>
            <a:rPr lang="en-US" b="1" i="0" baseline="0" dirty="0"/>
            <a:t>The Constraint:</a:t>
          </a:r>
          <a:r>
            <a:rPr lang="en-US" b="0" i="0" baseline="0" dirty="0"/>
            <a:t> </a:t>
          </a:r>
          <a:r>
            <a:rPr lang="en-US" b="1" i="0" baseline="0" dirty="0"/>
            <a:t>O(n) Complexity</a:t>
          </a:r>
          <a:r>
            <a:rPr lang="en-US" b="0" i="0" baseline="0" dirty="0"/>
            <a:t>. You are forbidden from using nested loops (O(n^2)).</a:t>
          </a:r>
          <a:endParaRPr lang="en-US" dirty="0"/>
        </a:p>
      </dgm:t>
    </dgm:pt>
    <dgm:pt modelId="{FE57F67D-1257-4D71-A86F-0E7DA3EA0D37}" type="parTrans" cxnId="{FD7787E0-CC12-437F-A8E1-C29B2851CB34}">
      <dgm:prSet/>
      <dgm:spPr/>
      <dgm:t>
        <a:bodyPr/>
        <a:lstStyle/>
        <a:p>
          <a:endParaRPr lang="en-US"/>
        </a:p>
      </dgm:t>
    </dgm:pt>
    <dgm:pt modelId="{3EAE932B-6C6D-4C2D-8076-B964DB969EC4}" type="sibTrans" cxnId="{FD7787E0-CC12-437F-A8E1-C29B2851CB34}">
      <dgm:prSet/>
      <dgm:spPr/>
      <dgm:t>
        <a:bodyPr/>
        <a:lstStyle/>
        <a:p>
          <a:endParaRPr lang="en-US"/>
        </a:p>
      </dgm:t>
    </dgm:pt>
    <dgm:pt modelId="{36096A0D-D520-4DE4-85CC-95BE12F287E4}">
      <dgm:prSet/>
      <dgm:spPr/>
      <dgm:t>
        <a:bodyPr/>
        <a:lstStyle/>
        <a:p>
          <a:r>
            <a:rPr lang="en-US" b="1" i="0" baseline="0"/>
            <a:t>The Mechanism:</a:t>
          </a:r>
          <a:r>
            <a:rPr lang="en-US" b="0" i="0" baseline="0"/>
            <a:t> Use a </a:t>
          </a:r>
          <a:r>
            <a:rPr lang="en-US" b="1" i="0" baseline="0"/>
            <a:t>Hash Map</a:t>
          </a:r>
          <a:r>
            <a:rPr lang="en-US" b="0" i="0" baseline="0"/>
            <a:t> to create pointers for every node in a single pass.</a:t>
          </a:r>
          <a:endParaRPr lang="en-US"/>
        </a:p>
      </dgm:t>
    </dgm:pt>
    <dgm:pt modelId="{48FA23C2-E6C1-406C-A724-545C726AEDAF}" type="parTrans" cxnId="{0A92344A-3572-42D9-BABD-9EA28EE6EA3C}">
      <dgm:prSet/>
      <dgm:spPr/>
      <dgm:t>
        <a:bodyPr/>
        <a:lstStyle/>
        <a:p>
          <a:endParaRPr lang="en-US"/>
        </a:p>
      </dgm:t>
    </dgm:pt>
    <dgm:pt modelId="{A0724379-D20A-4117-B77A-89204A60C050}" type="sibTrans" cxnId="{0A92344A-3572-42D9-BABD-9EA28EE6EA3C}">
      <dgm:prSet/>
      <dgm:spPr/>
      <dgm:t>
        <a:bodyPr/>
        <a:lstStyle/>
        <a:p>
          <a:endParaRPr lang="en-US"/>
        </a:p>
      </dgm:t>
    </dgm:pt>
    <dgm:pt modelId="{929172B9-A96C-41FD-B562-EDB77B398FD4}" type="pres">
      <dgm:prSet presAssocID="{3823917F-C0F8-4C57-9C1D-578CDD8E162D}" presName="root" presStyleCnt="0">
        <dgm:presLayoutVars>
          <dgm:dir/>
          <dgm:resizeHandles val="exact"/>
        </dgm:presLayoutVars>
      </dgm:prSet>
      <dgm:spPr/>
    </dgm:pt>
    <dgm:pt modelId="{363DEB02-68DF-447C-B9E9-72CD3CEAD26F}" type="pres">
      <dgm:prSet presAssocID="{D2AC2119-1C7C-44CA-8079-2E0DC781D884}" presName="compNode" presStyleCnt="0"/>
      <dgm:spPr/>
    </dgm:pt>
    <dgm:pt modelId="{73C9F85C-371F-488A-8704-35C6A7911364}" type="pres">
      <dgm:prSet presAssocID="{D2AC2119-1C7C-44CA-8079-2E0DC781D884}" presName="bgRect" presStyleLbl="bgShp" presStyleIdx="0" presStyleCnt="4"/>
      <dgm:spPr/>
    </dgm:pt>
    <dgm:pt modelId="{CCA30899-7D42-4C22-AB6D-B9997BD3E7D7}" type="pres">
      <dgm:prSet presAssocID="{D2AC2119-1C7C-44CA-8079-2E0DC781D88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8CF27DB0-D38B-4997-929C-7F3F91199227}" type="pres">
      <dgm:prSet presAssocID="{D2AC2119-1C7C-44CA-8079-2E0DC781D884}" presName="spaceRect" presStyleCnt="0"/>
      <dgm:spPr/>
    </dgm:pt>
    <dgm:pt modelId="{2641A11E-9EBB-4882-AB6E-239D05BE5666}" type="pres">
      <dgm:prSet presAssocID="{D2AC2119-1C7C-44CA-8079-2E0DC781D884}" presName="parTx" presStyleLbl="revTx" presStyleIdx="0" presStyleCnt="4">
        <dgm:presLayoutVars>
          <dgm:chMax val="0"/>
          <dgm:chPref val="0"/>
        </dgm:presLayoutVars>
      </dgm:prSet>
      <dgm:spPr/>
    </dgm:pt>
    <dgm:pt modelId="{2BA75D48-0184-4AE1-9D0C-4304C1B76E4D}" type="pres">
      <dgm:prSet presAssocID="{67FB3F8C-DE88-409B-80BD-17FE452700A7}" presName="sibTrans" presStyleCnt="0"/>
      <dgm:spPr/>
    </dgm:pt>
    <dgm:pt modelId="{2508DA59-E1B3-4BE3-BA76-A7392F1C15B8}" type="pres">
      <dgm:prSet presAssocID="{D6DE9B5C-44F8-4E85-BF36-6AAC37FBF46A}" presName="compNode" presStyleCnt="0"/>
      <dgm:spPr/>
    </dgm:pt>
    <dgm:pt modelId="{146720B4-970B-42C5-880F-DEF2040FF7F7}" type="pres">
      <dgm:prSet presAssocID="{D6DE9B5C-44F8-4E85-BF36-6AAC37FBF46A}" presName="bgRect" presStyleLbl="bgShp" presStyleIdx="1" presStyleCnt="4"/>
      <dgm:spPr/>
    </dgm:pt>
    <dgm:pt modelId="{5805C651-CE92-473E-B0ED-74B6DB69C9BD}" type="pres">
      <dgm:prSet presAssocID="{D6DE9B5C-44F8-4E85-BF36-6AAC37FBF46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4C418B77-C28E-4D21-8E2F-296C2001FFD3}" type="pres">
      <dgm:prSet presAssocID="{D6DE9B5C-44F8-4E85-BF36-6AAC37FBF46A}" presName="spaceRect" presStyleCnt="0"/>
      <dgm:spPr/>
    </dgm:pt>
    <dgm:pt modelId="{A269C21C-9064-4594-B641-1A66F44FB2C3}" type="pres">
      <dgm:prSet presAssocID="{D6DE9B5C-44F8-4E85-BF36-6AAC37FBF46A}" presName="parTx" presStyleLbl="revTx" presStyleIdx="1" presStyleCnt="4">
        <dgm:presLayoutVars>
          <dgm:chMax val="0"/>
          <dgm:chPref val="0"/>
        </dgm:presLayoutVars>
      </dgm:prSet>
      <dgm:spPr/>
    </dgm:pt>
    <dgm:pt modelId="{03098FE9-5568-4724-867D-4F539EC2BEC2}" type="pres">
      <dgm:prSet presAssocID="{AAE74103-4084-4111-8D86-BF2D0678EE2A}" presName="sibTrans" presStyleCnt="0"/>
      <dgm:spPr/>
    </dgm:pt>
    <dgm:pt modelId="{7C3CECCF-CCD9-49F0-AB14-6F4B7997138B}" type="pres">
      <dgm:prSet presAssocID="{DDE9AE17-EDA1-4309-8968-5871115CF57E}" presName="compNode" presStyleCnt="0"/>
      <dgm:spPr/>
    </dgm:pt>
    <dgm:pt modelId="{1EDA9F18-E5B6-4EAF-A418-6122C173DFAE}" type="pres">
      <dgm:prSet presAssocID="{DDE9AE17-EDA1-4309-8968-5871115CF57E}" presName="bgRect" presStyleLbl="bgShp" presStyleIdx="2" presStyleCnt="4"/>
      <dgm:spPr/>
    </dgm:pt>
    <dgm:pt modelId="{93E1D439-DF16-42F4-BCB6-07D9E99F8F45}" type="pres">
      <dgm:prSet presAssocID="{DDE9AE17-EDA1-4309-8968-5871115CF57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4EB5B638-499F-4B75-89E1-FEA3FB576EDC}" type="pres">
      <dgm:prSet presAssocID="{DDE9AE17-EDA1-4309-8968-5871115CF57E}" presName="spaceRect" presStyleCnt="0"/>
      <dgm:spPr/>
    </dgm:pt>
    <dgm:pt modelId="{7F46AEA7-BC0B-4BE9-B49D-C7216DF983FE}" type="pres">
      <dgm:prSet presAssocID="{DDE9AE17-EDA1-4309-8968-5871115CF57E}" presName="parTx" presStyleLbl="revTx" presStyleIdx="2" presStyleCnt="4">
        <dgm:presLayoutVars>
          <dgm:chMax val="0"/>
          <dgm:chPref val="0"/>
        </dgm:presLayoutVars>
      </dgm:prSet>
      <dgm:spPr/>
    </dgm:pt>
    <dgm:pt modelId="{3184D054-BFEA-4BE5-ADEE-1DD227405D08}" type="pres">
      <dgm:prSet presAssocID="{3EAE932B-6C6D-4C2D-8076-B964DB969EC4}" presName="sibTrans" presStyleCnt="0"/>
      <dgm:spPr/>
    </dgm:pt>
    <dgm:pt modelId="{D9DD3AC0-61FD-4CBC-8EF6-72B580BCDDD2}" type="pres">
      <dgm:prSet presAssocID="{36096A0D-D520-4DE4-85CC-95BE12F287E4}" presName="compNode" presStyleCnt="0"/>
      <dgm:spPr/>
    </dgm:pt>
    <dgm:pt modelId="{769549F5-A07D-4D97-91FB-3D2A1E126151}" type="pres">
      <dgm:prSet presAssocID="{36096A0D-D520-4DE4-85CC-95BE12F287E4}" presName="bgRect" presStyleLbl="bgShp" presStyleIdx="3" presStyleCnt="4"/>
      <dgm:spPr/>
    </dgm:pt>
    <dgm:pt modelId="{F23A5CFC-1853-41A5-AB0B-61A1450ACE23}" type="pres">
      <dgm:prSet presAssocID="{36096A0D-D520-4DE4-85CC-95BE12F287E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38E67CE0-3082-4BE1-9C78-3A2F071259C7}" type="pres">
      <dgm:prSet presAssocID="{36096A0D-D520-4DE4-85CC-95BE12F287E4}" presName="spaceRect" presStyleCnt="0"/>
      <dgm:spPr/>
    </dgm:pt>
    <dgm:pt modelId="{F9E4ABB5-6618-466D-9C0A-4A9FD35BA42A}" type="pres">
      <dgm:prSet presAssocID="{36096A0D-D520-4DE4-85CC-95BE12F287E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B25CD24-68B3-45FD-A50C-44686BAAEDC7}" srcId="{3823917F-C0F8-4C57-9C1D-578CDD8E162D}" destId="{D2AC2119-1C7C-44CA-8079-2E0DC781D884}" srcOrd="0" destOrd="0" parTransId="{63C935FB-5CB3-40B6-A1EF-E6CC2392F8D7}" sibTransId="{67FB3F8C-DE88-409B-80BD-17FE452700A7}"/>
    <dgm:cxn modelId="{688B9929-E887-4C58-98AC-8C1CBD4C3915}" type="presOf" srcId="{D6DE9B5C-44F8-4E85-BF36-6AAC37FBF46A}" destId="{A269C21C-9064-4594-B641-1A66F44FB2C3}" srcOrd="0" destOrd="0" presId="urn:microsoft.com/office/officeart/2018/2/layout/IconVerticalSolidList"/>
    <dgm:cxn modelId="{7E4F7A48-5D8D-4CA6-B97D-FF8D1A31F8AD}" srcId="{3823917F-C0F8-4C57-9C1D-578CDD8E162D}" destId="{D6DE9B5C-44F8-4E85-BF36-6AAC37FBF46A}" srcOrd="1" destOrd="0" parTransId="{95A5EDAB-D122-4321-BEFD-01BD9D292FC2}" sibTransId="{AAE74103-4084-4111-8D86-BF2D0678EE2A}"/>
    <dgm:cxn modelId="{0A92344A-3572-42D9-BABD-9EA28EE6EA3C}" srcId="{3823917F-C0F8-4C57-9C1D-578CDD8E162D}" destId="{36096A0D-D520-4DE4-85CC-95BE12F287E4}" srcOrd="3" destOrd="0" parTransId="{48FA23C2-E6C1-406C-A724-545C726AEDAF}" sibTransId="{A0724379-D20A-4117-B77A-89204A60C050}"/>
    <dgm:cxn modelId="{022E1398-9DBD-4EF5-9219-2BDA1A8F396B}" type="presOf" srcId="{DDE9AE17-EDA1-4309-8968-5871115CF57E}" destId="{7F46AEA7-BC0B-4BE9-B49D-C7216DF983FE}" srcOrd="0" destOrd="0" presId="urn:microsoft.com/office/officeart/2018/2/layout/IconVerticalSolidList"/>
    <dgm:cxn modelId="{2D4C0EB9-1FA1-4840-B002-FAB22C6B02E3}" type="presOf" srcId="{3823917F-C0F8-4C57-9C1D-578CDD8E162D}" destId="{929172B9-A96C-41FD-B562-EDB77B398FD4}" srcOrd="0" destOrd="0" presId="urn:microsoft.com/office/officeart/2018/2/layout/IconVerticalSolidList"/>
    <dgm:cxn modelId="{FD7787E0-CC12-437F-A8E1-C29B2851CB34}" srcId="{3823917F-C0F8-4C57-9C1D-578CDD8E162D}" destId="{DDE9AE17-EDA1-4309-8968-5871115CF57E}" srcOrd="2" destOrd="0" parTransId="{FE57F67D-1257-4D71-A86F-0E7DA3EA0D37}" sibTransId="{3EAE932B-6C6D-4C2D-8076-B964DB969EC4}"/>
    <dgm:cxn modelId="{8B5F4DF2-00D7-4892-AC97-BAA829ABE985}" type="presOf" srcId="{36096A0D-D520-4DE4-85CC-95BE12F287E4}" destId="{F9E4ABB5-6618-466D-9C0A-4A9FD35BA42A}" srcOrd="0" destOrd="0" presId="urn:microsoft.com/office/officeart/2018/2/layout/IconVerticalSolidList"/>
    <dgm:cxn modelId="{F97642F7-C7DA-4147-9372-D8EA72749EDC}" type="presOf" srcId="{D2AC2119-1C7C-44CA-8079-2E0DC781D884}" destId="{2641A11E-9EBB-4882-AB6E-239D05BE5666}" srcOrd="0" destOrd="0" presId="urn:microsoft.com/office/officeart/2018/2/layout/IconVerticalSolidList"/>
    <dgm:cxn modelId="{E3BA5F12-E806-484E-ADBC-04EBC50B83D8}" type="presParOf" srcId="{929172B9-A96C-41FD-B562-EDB77B398FD4}" destId="{363DEB02-68DF-447C-B9E9-72CD3CEAD26F}" srcOrd="0" destOrd="0" presId="urn:microsoft.com/office/officeart/2018/2/layout/IconVerticalSolidList"/>
    <dgm:cxn modelId="{254663D7-25BB-46C9-84FB-F414D8E43607}" type="presParOf" srcId="{363DEB02-68DF-447C-B9E9-72CD3CEAD26F}" destId="{73C9F85C-371F-488A-8704-35C6A7911364}" srcOrd="0" destOrd="0" presId="urn:microsoft.com/office/officeart/2018/2/layout/IconVerticalSolidList"/>
    <dgm:cxn modelId="{9649A099-61AF-4BAD-8A8A-7CE80D6D94A5}" type="presParOf" srcId="{363DEB02-68DF-447C-B9E9-72CD3CEAD26F}" destId="{CCA30899-7D42-4C22-AB6D-B9997BD3E7D7}" srcOrd="1" destOrd="0" presId="urn:microsoft.com/office/officeart/2018/2/layout/IconVerticalSolidList"/>
    <dgm:cxn modelId="{739F0DAB-E3E9-4A5E-B0D0-D6AC8D7417F1}" type="presParOf" srcId="{363DEB02-68DF-447C-B9E9-72CD3CEAD26F}" destId="{8CF27DB0-D38B-4997-929C-7F3F91199227}" srcOrd="2" destOrd="0" presId="urn:microsoft.com/office/officeart/2018/2/layout/IconVerticalSolidList"/>
    <dgm:cxn modelId="{5E63C23A-70BC-4780-8B27-F93B094BE8BE}" type="presParOf" srcId="{363DEB02-68DF-447C-B9E9-72CD3CEAD26F}" destId="{2641A11E-9EBB-4882-AB6E-239D05BE5666}" srcOrd="3" destOrd="0" presId="urn:microsoft.com/office/officeart/2018/2/layout/IconVerticalSolidList"/>
    <dgm:cxn modelId="{71AE212D-E4B7-4B4A-B9EF-4CC2238EE012}" type="presParOf" srcId="{929172B9-A96C-41FD-B562-EDB77B398FD4}" destId="{2BA75D48-0184-4AE1-9D0C-4304C1B76E4D}" srcOrd="1" destOrd="0" presId="urn:microsoft.com/office/officeart/2018/2/layout/IconVerticalSolidList"/>
    <dgm:cxn modelId="{14889DA8-5139-42B1-BBEE-5C5309F95F5A}" type="presParOf" srcId="{929172B9-A96C-41FD-B562-EDB77B398FD4}" destId="{2508DA59-E1B3-4BE3-BA76-A7392F1C15B8}" srcOrd="2" destOrd="0" presId="urn:microsoft.com/office/officeart/2018/2/layout/IconVerticalSolidList"/>
    <dgm:cxn modelId="{480203DE-5100-4220-937A-85D37947B7C5}" type="presParOf" srcId="{2508DA59-E1B3-4BE3-BA76-A7392F1C15B8}" destId="{146720B4-970B-42C5-880F-DEF2040FF7F7}" srcOrd="0" destOrd="0" presId="urn:microsoft.com/office/officeart/2018/2/layout/IconVerticalSolidList"/>
    <dgm:cxn modelId="{8B89C9A7-4EC3-47F8-96A2-970FC2A40D6A}" type="presParOf" srcId="{2508DA59-E1B3-4BE3-BA76-A7392F1C15B8}" destId="{5805C651-CE92-473E-B0ED-74B6DB69C9BD}" srcOrd="1" destOrd="0" presId="urn:microsoft.com/office/officeart/2018/2/layout/IconVerticalSolidList"/>
    <dgm:cxn modelId="{939FD5DA-B60A-4308-8286-A6374C20C605}" type="presParOf" srcId="{2508DA59-E1B3-4BE3-BA76-A7392F1C15B8}" destId="{4C418B77-C28E-4D21-8E2F-296C2001FFD3}" srcOrd="2" destOrd="0" presId="urn:microsoft.com/office/officeart/2018/2/layout/IconVerticalSolidList"/>
    <dgm:cxn modelId="{B47CDB5A-DAC0-4EBE-8798-EE97EF8DD39D}" type="presParOf" srcId="{2508DA59-E1B3-4BE3-BA76-A7392F1C15B8}" destId="{A269C21C-9064-4594-B641-1A66F44FB2C3}" srcOrd="3" destOrd="0" presId="urn:microsoft.com/office/officeart/2018/2/layout/IconVerticalSolidList"/>
    <dgm:cxn modelId="{C44D238C-0E6A-4741-8BF2-A4327ADC2457}" type="presParOf" srcId="{929172B9-A96C-41FD-B562-EDB77B398FD4}" destId="{03098FE9-5568-4724-867D-4F539EC2BEC2}" srcOrd="3" destOrd="0" presId="urn:microsoft.com/office/officeart/2018/2/layout/IconVerticalSolidList"/>
    <dgm:cxn modelId="{7802E450-3D6D-4CBB-9FE6-5DF67384760C}" type="presParOf" srcId="{929172B9-A96C-41FD-B562-EDB77B398FD4}" destId="{7C3CECCF-CCD9-49F0-AB14-6F4B7997138B}" srcOrd="4" destOrd="0" presId="urn:microsoft.com/office/officeart/2018/2/layout/IconVerticalSolidList"/>
    <dgm:cxn modelId="{1954DCF1-DD46-4934-8BC5-FAE7A7A5A7ED}" type="presParOf" srcId="{7C3CECCF-CCD9-49F0-AB14-6F4B7997138B}" destId="{1EDA9F18-E5B6-4EAF-A418-6122C173DFAE}" srcOrd="0" destOrd="0" presId="urn:microsoft.com/office/officeart/2018/2/layout/IconVerticalSolidList"/>
    <dgm:cxn modelId="{053D0BE1-A7DD-429A-AD51-8A77058BB54B}" type="presParOf" srcId="{7C3CECCF-CCD9-49F0-AB14-6F4B7997138B}" destId="{93E1D439-DF16-42F4-BCB6-07D9E99F8F45}" srcOrd="1" destOrd="0" presId="urn:microsoft.com/office/officeart/2018/2/layout/IconVerticalSolidList"/>
    <dgm:cxn modelId="{A15A1BCB-AF56-4491-9518-7F2003D87E3C}" type="presParOf" srcId="{7C3CECCF-CCD9-49F0-AB14-6F4B7997138B}" destId="{4EB5B638-499F-4B75-89E1-FEA3FB576EDC}" srcOrd="2" destOrd="0" presId="urn:microsoft.com/office/officeart/2018/2/layout/IconVerticalSolidList"/>
    <dgm:cxn modelId="{2C766999-2CEA-44A9-A47F-68EE190EA702}" type="presParOf" srcId="{7C3CECCF-CCD9-49F0-AB14-6F4B7997138B}" destId="{7F46AEA7-BC0B-4BE9-B49D-C7216DF983FE}" srcOrd="3" destOrd="0" presId="urn:microsoft.com/office/officeart/2018/2/layout/IconVerticalSolidList"/>
    <dgm:cxn modelId="{1FC0E3C8-4FAF-4B82-8DB7-069A906CCE96}" type="presParOf" srcId="{929172B9-A96C-41FD-B562-EDB77B398FD4}" destId="{3184D054-BFEA-4BE5-ADEE-1DD227405D08}" srcOrd="5" destOrd="0" presId="urn:microsoft.com/office/officeart/2018/2/layout/IconVerticalSolidList"/>
    <dgm:cxn modelId="{0AB52E48-62D2-4B7D-975A-8FD831BB0322}" type="presParOf" srcId="{929172B9-A96C-41FD-B562-EDB77B398FD4}" destId="{D9DD3AC0-61FD-4CBC-8EF6-72B580BCDDD2}" srcOrd="6" destOrd="0" presId="urn:microsoft.com/office/officeart/2018/2/layout/IconVerticalSolidList"/>
    <dgm:cxn modelId="{EA713AE4-45FE-4671-A588-AD64FEDABC01}" type="presParOf" srcId="{D9DD3AC0-61FD-4CBC-8EF6-72B580BCDDD2}" destId="{769549F5-A07D-4D97-91FB-3D2A1E126151}" srcOrd="0" destOrd="0" presId="urn:microsoft.com/office/officeart/2018/2/layout/IconVerticalSolidList"/>
    <dgm:cxn modelId="{2F70B9B5-B20C-48FB-A622-24BE291CD4E2}" type="presParOf" srcId="{D9DD3AC0-61FD-4CBC-8EF6-72B580BCDDD2}" destId="{F23A5CFC-1853-41A5-AB0B-61A1450ACE23}" srcOrd="1" destOrd="0" presId="urn:microsoft.com/office/officeart/2018/2/layout/IconVerticalSolidList"/>
    <dgm:cxn modelId="{3A77930F-442D-4E4E-AD82-6D575497BA10}" type="presParOf" srcId="{D9DD3AC0-61FD-4CBC-8EF6-72B580BCDDD2}" destId="{38E67CE0-3082-4BE1-9C78-3A2F071259C7}" srcOrd="2" destOrd="0" presId="urn:microsoft.com/office/officeart/2018/2/layout/IconVerticalSolidList"/>
    <dgm:cxn modelId="{E5C985BE-9005-477D-85DD-BF80EE64235F}" type="presParOf" srcId="{D9DD3AC0-61FD-4CBC-8EF6-72B580BCDDD2}" destId="{F9E4ABB5-6618-466D-9C0A-4A9FD35BA42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F8E80B-77DA-4889-B6A7-B58A69F83E95}">
      <dsp:nvSpPr>
        <dsp:cNvPr id="0" name=""/>
        <dsp:cNvSpPr/>
      </dsp:nvSpPr>
      <dsp:spPr>
        <a:xfrm>
          <a:off x="0" y="228644"/>
          <a:ext cx="6692813" cy="68445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The Reality: Data is rarely available instantly.</a:t>
          </a:r>
          <a:endParaRPr lang="en-US" sz="1800" kern="1200"/>
        </a:p>
      </dsp:txBody>
      <dsp:txXfrm>
        <a:off x="33412" y="262056"/>
        <a:ext cx="6625989" cy="617626"/>
      </dsp:txXfrm>
    </dsp:sp>
    <dsp:sp modelId="{91C279AC-969E-40BF-939E-609ECDE61B05}">
      <dsp:nvSpPr>
        <dsp:cNvPr id="0" name=""/>
        <dsp:cNvSpPr/>
      </dsp:nvSpPr>
      <dsp:spPr>
        <a:xfrm>
          <a:off x="0" y="964934"/>
          <a:ext cx="6692813" cy="684450"/>
        </a:xfrm>
        <a:prstGeom prst="roundRect">
          <a:avLst/>
        </a:prstGeom>
        <a:gradFill rotWithShape="0">
          <a:gsLst>
            <a:gs pos="0">
              <a:schemeClr val="accent2">
                <a:hueOff val="-542490"/>
                <a:satOff val="-331"/>
                <a:lumOff val="1294"/>
                <a:alphaOff val="0"/>
                <a:tint val="96000"/>
                <a:lumMod val="100000"/>
              </a:schemeClr>
            </a:gs>
            <a:gs pos="78000">
              <a:schemeClr val="accent2">
                <a:hueOff val="-542490"/>
                <a:satOff val="-331"/>
                <a:lumOff val="1294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The Scenario: (Consumes 3-Step Handshake API).</a:t>
          </a:r>
          <a:endParaRPr lang="en-US" sz="1800" kern="1200"/>
        </a:p>
      </dsp:txBody>
      <dsp:txXfrm>
        <a:off x="33412" y="998346"/>
        <a:ext cx="6625989" cy="617626"/>
      </dsp:txXfrm>
    </dsp:sp>
    <dsp:sp modelId="{6E59B689-AB3C-4393-A3A4-D4FBEB600B18}">
      <dsp:nvSpPr>
        <dsp:cNvPr id="0" name=""/>
        <dsp:cNvSpPr/>
      </dsp:nvSpPr>
      <dsp:spPr>
        <a:xfrm>
          <a:off x="0" y="1701224"/>
          <a:ext cx="6692813" cy="684450"/>
        </a:xfrm>
        <a:prstGeom prst="roundRect">
          <a:avLst/>
        </a:prstGeom>
        <a:gradFill rotWithShape="0">
          <a:gsLst>
            <a:gs pos="0">
              <a:schemeClr val="accent2">
                <a:hueOff val="-1084980"/>
                <a:satOff val="-662"/>
                <a:lumOff val="2588"/>
                <a:alphaOff val="0"/>
                <a:tint val="96000"/>
                <a:lumMod val="100000"/>
              </a:schemeClr>
            </a:gs>
            <a:gs pos="78000">
              <a:schemeClr val="accent2">
                <a:hueOff val="-1084980"/>
                <a:satOff val="-662"/>
                <a:lumOff val="2588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Initiate: Send the trade intent.</a:t>
          </a:r>
          <a:endParaRPr lang="en-US" sz="1800" kern="1200"/>
        </a:p>
      </dsp:txBody>
      <dsp:txXfrm>
        <a:off x="33412" y="1734636"/>
        <a:ext cx="6625989" cy="617626"/>
      </dsp:txXfrm>
    </dsp:sp>
    <dsp:sp modelId="{E648376B-C53D-488A-BEEF-101998C6FE5B}">
      <dsp:nvSpPr>
        <dsp:cNvPr id="0" name=""/>
        <dsp:cNvSpPr/>
      </dsp:nvSpPr>
      <dsp:spPr>
        <a:xfrm>
          <a:off x="0" y="2437515"/>
          <a:ext cx="6692813" cy="684450"/>
        </a:xfrm>
        <a:prstGeom prst="roundRect">
          <a:avLst/>
        </a:prstGeom>
        <a:gradFill rotWithShape="0">
          <a:gsLst>
            <a:gs pos="0">
              <a:schemeClr val="accent2">
                <a:hueOff val="-1627470"/>
                <a:satOff val="-994"/>
                <a:lumOff val="3883"/>
                <a:alphaOff val="0"/>
                <a:tint val="96000"/>
                <a:lumMod val="100000"/>
              </a:schemeClr>
            </a:gs>
            <a:gs pos="78000">
              <a:schemeClr val="accent2">
                <a:hueOff val="-1627470"/>
                <a:satOff val="-994"/>
                <a:lumOff val="3883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Validate: Backend checks credit limits/compliance.</a:t>
          </a:r>
          <a:endParaRPr lang="en-US" sz="1800" kern="1200"/>
        </a:p>
      </dsp:txBody>
      <dsp:txXfrm>
        <a:off x="33412" y="2470927"/>
        <a:ext cx="6625989" cy="617626"/>
      </dsp:txXfrm>
    </dsp:sp>
    <dsp:sp modelId="{92F2ED27-78E6-4CB2-92FC-E4FD53DD81D0}">
      <dsp:nvSpPr>
        <dsp:cNvPr id="0" name=""/>
        <dsp:cNvSpPr/>
      </dsp:nvSpPr>
      <dsp:spPr>
        <a:xfrm>
          <a:off x="0" y="3173805"/>
          <a:ext cx="6692813" cy="684450"/>
        </a:xfrm>
        <a:prstGeom prst="roundRect">
          <a:avLst/>
        </a:prstGeom>
        <a:gradFill rotWithShape="0">
          <a:gsLst>
            <a:gs pos="0">
              <a:schemeClr val="accent2">
                <a:hueOff val="-2169960"/>
                <a:satOff val="-1325"/>
                <a:lumOff val="5177"/>
                <a:alphaOff val="0"/>
                <a:tint val="96000"/>
                <a:lumMod val="100000"/>
              </a:schemeClr>
            </a:gs>
            <a:gs pos="78000">
              <a:schemeClr val="accent2">
                <a:hueOff val="-2169960"/>
                <a:satOff val="-1325"/>
                <a:lumOff val="517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Confirm: Final execution and receipt.</a:t>
          </a:r>
          <a:endParaRPr lang="en-US" sz="1800" kern="1200"/>
        </a:p>
      </dsp:txBody>
      <dsp:txXfrm>
        <a:off x="33412" y="3207217"/>
        <a:ext cx="6625989" cy="617626"/>
      </dsp:txXfrm>
    </dsp:sp>
    <dsp:sp modelId="{E8DF925C-5A88-4B25-8833-FC0C81227380}">
      <dsp:nvSpPr>
        <dsp:cNvPr id="0" name=""/>
        <dsp:cNvSpPr/>
      </dsp:nvSpPr>
      <dsp:spPr>
        <a:xfrm>
          <a:off x="0" y="3910095"/>
          <a:ext cx="6692813" cy="684450"/>
        </a:xfrm>
        <a:prstGeom prst="roundRect">
          <a:avLst/>
        </a:prstGeom>
        <a:gradFill rotWithShape="0">
          <a:gsLst>
            <a:gs pos="0">
              <a:schemeClr val="accent2">
                <a:hueOff val="-2712450"/>
                <a:satOff val="-1656"/>
                <a:lumOff val="6471"/>
                <a:alphaOff val="0"/>
                <a:tint val="96000"/>
                <a:lumMod val="100000"/>
              </a:schemeClr>
            </a:gs>
            <a:gs pos="78000">
              <a:schemeClr val="accent2">
                <a:hueOff val="-2712450"/>
                <a:satOff val="-1656"/>
                <a:lumOff val="6471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The Challenge: Avoiding "Callback Hell" while maintaining the state of the trade across different network timestamps.</a:t>
          </a:r>
          <a:endParaRPr lang="en-US" sz="1800" kern="1200"/>
        </a:p>
      </dsp:txBody>
      <dsp:txXfrm>
        <a:off x="33412" y="3943507"/>
        <a:ext cx="6625989" cy="6176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FCE1D4-CD46-438D-AAED-15E1051CA50E}">
      <dsp:nvSpPr>
        <dsp:cNvPr id="0" name=""/>
        <dsp:cNvSpPr/>
      </dsp:nvSpPr>
      <dsp:spPr>
        <a:xfrm>
          <a:off x="0" y="0"/>
          <a:ext cx="8175413" cy="122804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Objective: Chain initiate() -&gt; validate() -&gt; confirm() using Pure Promises.</a:t>
          </a:r>
          <a:endParaRPr lang="en-US" sz="2400" kern="1200"/>
        </a:p>
      </dsp:txBody>
      <dsp:txXfrm>
        <a:off x="35968" y="35968"/>
        <a:ext cx="6850257" cy="1156108"/>
      </dsp:txXfrm>
    </dsp:sp>
    <dsp:sp modelId="{372C003A-75C6-4728-8C3A-B93C5EBF5E4C}">
      <dsp:nvSpPr>
        <dsp:cNvPr id="0" name=""/>
        <dsp:cNvSpPr/>
      </dsp:nvSpPr>
      <dsp:spPr>
        <a:xfrm>
          <a:off x="721359" y="1432718"/>
          <a:ext cx="8175413" cy="1228044"/>
        </a:xfrm>
        <a:prstGeom prst="roundRect">
          <a:avLst>
            <a:gd name="adj" fmla="val 10000"/>
          </a:avLst>
        </a:prstGeom>
        <a:solidFill>
          <a:schemeClr val="accent2">
            <a:hueOff val="-1356225"/>
            <a:satOff val="-828"/>
            <a:lumOff val="323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The Engineering Trick: Error Propagation. If 'Validate' fails, 'Confirm' should never run.</a:t>
          </a:r>
          <a:endParaRPr lang="en-US" sz="2400" kern="1200"/>
        </a:p>
      </dsp:txBody>
      <dsp:txXfrm>
        <a:off x="757327" y="1468686"/>
        <a:ext cx="6583888" cy="1156108"/>
      </dsp:txXfrm>
    </dsp:sp>
    <dsp:sp modelId="{6B1E41F7-63E3-4AC7-AB8C-27298E289678}">
      <dsp:nvSpPr>
        <dsp:cNvPr id="0" name=""/>
        <dsp:cNvSpPr/>
      </dsp:nvSpPr>
      <dsp:spPr>
        <a:xfrm>
          <a:off x="1442719" y="2865437"/>
          <a:ext cx="8175413" cy="1228044"/>
        </a:xfrm>
        <a:prstGeom prst="roundRect">
          <a:avLst>
            <a:gd name="adj" fmla="val 10000"/>
          </a:avLst>
        </a:prstGeom>
        <a:solidFill>
          <a:schemeClr val="accent2">
            <a:hueOff val="-2712450"/>
            <a:satOff val="-1656"/>
            <a:lumOff val="647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The Closure Connection: Using closures to keep the tradeId accessible through the entire chain without using global variables.</a:t>
          </a:r>
          <a:endParaRPr lang="en-US" sz="2400" kern="1200"/>
        </a:p>
      </dsp:txBody>
      <dsp:txXfrm>
        <a:off x="1478687" y="2901405"/>
        <a:ext cx="6583888" cy="1156108"/>
      </dsp:txXfrm>
    </dsp:sp>
    <dsp:sp modelId="{B949DF35-BED2-4C03-902A-B947850EF948}">
      <dsp:nvSpPr>
        <dsp:cNvPr id="0" name=""/>
        <dsp:cNvSpPr/>
      </dsp:nvSpPr>
      <dsp:spPr>
        <a:xfrm>
          <a:off x="7377184" y="931267"/>
          <a:ext cx="798228" cy="79822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7556785" y="931267"/>
        <a:ext cx="439026" cy="600667"/>
      </dsp:txXfrm>
    </dsp:sp>
    <dsp:sp modelId="{686C2022-83A7-45E1-BD9F-023FFCB59F01}">
      <dsp:nvSpPr>
        <dsp:cNvPr id="0" name=""/>
        <dsp:cNvSpPr/>
      </dsp:nvSpPr>
      <dsp:spPr>
        <a:xfrm>
          <a:off x="8098544" y="2355798"/>
          <a:ext cx="798228" cy="79822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3741368"/>
            <a:satOff val="7526"/>
            <a:lumOff val="1147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3741368"/>
              <a:satOff val="7526"/>
              <a:lumOff val="114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278145" y="2355798"/>
        <a:ext cx="439026" cy="60066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24EAED-7DC2-4496-AE4D-049B3368F021}">
      <dsp:nvSpPr>
        <dsp:cNvPr id="0" name=""/>
        <dsp:cNvSpPr/>
      </dsp:nvSpPr>
      <dsp:spPr>
        <a:xfrm>
          <a:off x="1108077" y="477844"/>
          <a:ext cx="1766812" cy="1766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CD2336-5AD7-43CF-BDF4-31A177498B86}">
      <dsp:nvSpPr>
        <dsp:cNvPr id="0" name=""/>
        <dsp:cNvSpPr/>
      </dsp:nvSpPr>
      <dsp:spPr>
        <a:xfrm>
          <a:off x="28359" y="2683592"/>
          <a:ext cx="392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 err="1"/>
            <a:t>Promise.all</a:t>
          </a:r>
          <a:r>
            <a:rPr lang="en-IN" sz="1600" kern="1200" dirty="0"/>
            <a:t>: Wait for multiple independent data points (e.g., fetch 5 different currency rates) before showing the price.</a:t>
          </a:r>
          <a:endParaRPr lang="en-US" sz="1600" kern="1200" dirty="0"/>
        </a:p>
      </dsp:txBody>
      <dsp:txXfrm>
        <a:off x="28359" y="2683592"/>
        <a:ext cx="3926250" cy="720000"/>
      </dsp:txXfrm>
    </dsp:sp>
    <dsp:sp modelId="{C3A48A75-A2D9-4C58-BE3F-D0E23BFD09C4}">
      <dsp:nvSpPr>
        <dsp:cNvPr id="0" name=""/>
        <dsp:cNvSpPr/>
      </dsp:nvSpPr>
      <dsp:spPr>
        <a:xfrm>
          <a:off x="5721421" y="477844"/>
          <a:ext cx="1766812" cy="1766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4702CA-BDD2-45F8-9A43-199487C9FFBB}">
      <dsp:nvSpPr>
        <dsp:cNvPr id="0" name=""/>
        <dsp:cNvSpPr/>
      </dsp:nvSpPr>
      <dsp:spPr>
        <a:xfrm>
          <a:off x="4641702" y="2683592"/>
          <a:ext cx="392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Promise.race: Use for "Timeouts." If the API doesn't respond in 500ms, fall back to the local cache.</a:t>
          </a:r>
          <a:endParaRPr lang="en-US" sz="1600" kern="1200"/>
        </a:p>
      </dsp:txBody>
      <dsp:txXfrm>
        <a:off x="4641702" y="2683592"/>
        <a:ext cx="392625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C9F85C-371F-488A-8704-35C6A7911364}">
      <dsp:nvSpPr>
        <dsp:cNvPr id="0" name=""/>
        <dsp:cNvSpPr/>
      </dsp:nvSpPr>
      <dsp:spPr>
        <a:xfrm>
          <a:off x="0" y="1698"/>
          <a:ext cx="9618133" cy="86107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A30899-7D42-4C22-AB6D-B9997BD3E7D7}">
      <dsp:nvSpPr>
        <dsp:cNvPr id="0" name=""/>
        <dsp:cNvSpPr/>
      </dsp:nvSpPr>
      <dsp:spPr>
        <a:xfrm>
          <a:off x="260473" y="195439"/>
          <a:ext cx="473588" cy="4735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41A11E-9EBB-4882-AB6E-239D05BE5666}">
      <dsp:nvSpPr>
        <dsp:cNvPr id="0" name=""/>
        <dsp:cNvSpPr/>
      </dsp:nvSpPr>
      <dsp:spPr>
        <a:xfrm>
          <a:off x="994536" y="1698"/>
          <a:ext cx="8623596" cy="861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130" tIns="91130" rIns="91130" bIns="9113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The Scenario:</a:t>
          </a:r>
          <a:r>
            <a:rPr lang="en-US" sz="2200" b="0" i="0" kern="1200" baseline="0"/>
            <a:t> You receive a flat array of "Desks" from the Org-Chart API.</a:t>
          </a:r>
          <a:endParaRPr lang="en-US" sz="2200" kern="1200"/>
        </a:p>
      </dsp:txBody>
      <dsp:txXfrm>
        <a:off x="994536" y="1698"/>
        <a:ext cx="8623596" cy="861070"/>
      </dsp:txXfrm>
    </dsp:sp>
    <dsp:sp modelId="{146720B4-970B-42C5-880F-DEF2040FF7F7}">
      <dsp:nvSpPr>
        <dsp:cNvPr id="0" name=""/>
        <dsp:cNvSpPr/>
      </dsp:nvSpPr>
      <dsp:spPr>
        <a:xfrm>
          <a:off x="0" y="1078036"/>
          <a:ext cx="9618133" cy="86107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05C651-CE92-473E-B0ED-74B6DB69C9BD}">
      <dsp:nvSpPr>
        <dsp:cNvPr id="0" name=""/>
        <dsp:cNvSpPr/>
      </dsp:nvSpPr>
      <dsp:spPr>
        <a:xfrm>
          <a:off x="260473" y="1271777"/>
          <a:ext cx="473588" cy="4735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69C21C-9064-4594-B641-1A66F44FB2C3}">
      <dsp:nvSpPr>
        <dsp:cNvPr id="0" name=""/>
        <dsp:cNvSpPr/>
      </dsp:nvSpPr>
      <dsp:spPr>
        <a:xfrm>
          <a:off x="994536" y="1078036"/>
          <a:ext cx="8623596" cy="861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130" tIns="91130" rIns="91130" bIns="9113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The Goal:</a:t>
          </a:r>
          <a:r>
            <a:rPr lang="en-US" sz="2200" b="0" i="0" kern="1200" baseline="0"/>
            <a:t> Transform it into a nested structure where each parent contains a children array.</a:t>
          </a:r>
          <a:endParaRPr lang="en-US" sz="2200" kern="1200"/>
        </a:p>
      </dsp:txBody>
      <dsp:txXfrm>
        <a:off x="994536" y="1078036"/>
        <a:ext cx="8623596" cy="861070"/>
      </dsp:txXfrm>
    </dsp:sp>
    <dsp:sp modelId="{1EDA9F18-E5B6-4EAF-A418-6122C173DFAE}">
      <dsp:nvSpPr>
        <dsp:cNvPr id="0" name=""/>
        <dsp:cNvSpPr/>
      </dsp:nvSpPr>
      <dsp:spPr>
        <a:xfrm>
          <a:off x="0" y="2154374"/>
          <a:ext cx="9618133" cy="86107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E1D439-DF16-42F4-BCB6-07D9E99F8F45}">
      <dsp:nvSpPr>
        <dsp:cNvPr id="0" name=""/>
        <dsp:cNvSpPr/>
      </dsp:nvSpPr>
      <dsp:spPr>
        <a:xfrm>
          <a:off x="260473" y="2348115"/>
          <a:ext cx="473588" cy="4735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46AEA7-BC0B-4BE9-B49D-C7216DF983FE}">
      <dsp:nvSpPr>
        <dsp:cNvPr id="0" name=""/>
        <dsp:cNvSpPr/>
      </dsp:nvSpPr>
      <dsp:spPr>
        <a:xfrm>
          <a:off x="994536" y="2154374"/>
          <a:ext cx="8623596" cy="861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130" tIns="91130" rIns="91130" bIns="9113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 dirty="0"/>
            <a:t>The Constraint:</a:t>
          </a:r>
          <a:r>
            <a:rPr lang="en-US" sz="2200" b="0" i="0" kern="1200" baseline="0" dirty="0"/>
            <a:t> </a:t>
          </a:r>
          <a:r>
            <a:rPr lang="en-US" sz="2200" b="1" i="0" kern="1200" baseline="0" dirty="0"/>
            <a:t>O(n) Complexity</a:t>
          </a:r>
          <a:r>
            <a:rPr lang="en-US" sz="2200" b="0" i="0" kern="1200" baseline="0" dirty="0"/>
            <a:t>. You are forbidden from using nested loops (O(n^2)).</a:t>
          </a:r>
          <a:endParaRPr lang="en-US" sz="2200" kern="1200" dirty="0"/>
        </a:p>
      </dsp:txBody>
      <dsp:txXfrm>
        <a:off x="994536" y="2154374"/>
        <a:ext cx="8623596" cy="861070"/>
      </dsp:txXfrm>
    </dsp:sp>
    <dsp:sp modelId="{769549F5-A07D-4D97-91FB-3D2A1E126151}">
      <dsp:nvSpPr>
        <dsp:cNvPr id="0" name=""/>
        <dsp:cNvSpPr/>
      </dsp:nvSpPr>
      <dsp:spPr>
        <a:xfrm>
          <a:off x="0" y="3230712"/>
          <a:ext cx="9618133" cy="86107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3A5CFC-1853-41A5-AB0B-61A1450ACE23}">
      <dsp:nvSpPr>
        <dsp:cNvPr id="0" name=""/>
        <dsp:cNvSpPr/>
      </dsp:nvSpPr>
      <dsp:spPr>
        <a:xfrm>
          <a:off x="260473" y="3424453"/>
          <a:ext cx="473588" cy="47358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E4ABB5-6618-466D-9C0A-4A9FD35BA42A}">
      <dsp:nvSpPr>
        <dsp:cNvPr id="0" name=""/>
        <dsp:cNvSpPr/>
      </dsp:nvSpPr>
      <dsp:spPr>
        <a:xfrm>
          <a:off x="994536" y="3230712"/>
          <a:ext cx="8623596" cy="861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130" tIns="91130" rIns="91130" bIns="9113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The Mechanism:</a:t>
          </a:r>
          <a:r>
            <a:rPr lang="en-US" sz="2200" b="0" i="0" kern="1200" baseline="0"/>
            <a:t> Use a </a:t>
          </a:r>
          <a:r>
            <a:rPr lang="en-US" sz="2200" b="1" i="0" kern="1200" baseline="0"/>
            <a:t>Hash Map</a:t>
          </a:r>
          <a:r>
            <a:rPr lang="en-US" sz="2200" b="0" i="0" kern="1200" baseline="0"/>
            <a:t> to create pointers for every node in a single pass.</a:t>
          </a:r>
          <a:endParaRPr lang="en-US" sz="2200" kern="1200"/>
        </a:p>
      </dsp:txBody>
      <dsp:txXfrm>
        <a:off x="994536" y="3230712"/>
        <a:ext cx="8623596" cy="8610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97B646-E19B-4900-B6F7-BBCF4CA123A8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428649-8DAD-4F20-B376-FA78BEEA76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0348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84F25-93CA-4083-91F6-44CD5E538C60}" type="datetime1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7658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952D2-2ACB-4F04-961A-2002AF374DCD}" type="datetime1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980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0A2B5-705A-4377-AD51-0E64CB165C50}" type="datetime1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247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52884-E373-49C8-9271-98304C4E9A78}" type="datetime1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0155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56A54-3F66-4E14-AEB4-09A5EE83B80D}" type="datetime1">
              <a:rPr lang="en-IN" smtClean="0"/>
              <a:t>12-02-2026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342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91D8D-9340-4A58-BBB0-1FC1A260ABBC}" type="datetime1">
              <a:rPr lang="en-IN" smtClean="0"/>
              <a:t>12-02-2026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2407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58AD7-9BCA-4D05-BAE8-D726A2DDC3A2}" type="datetime1">
              <a:rPr lang="en-IN" smtClean="0"/>
              <a:t>12-02-2026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7471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35B08-9571-416C-8DEA-0FD1B2A7F3C3}" type="datetime1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173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17D46-0F71-4BCA-B6A1-0FCBBD18435F}" type="datetime1">
              <a:rPr lang="en-IN" smtClean="0"/>
              <a:t>12-02-2026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4753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B7436-2F6D-4A54-BB5F-1B1A7D5F97C6}" type="datetime1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8484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42C07-5C92-4389-910E-83425E69B4D2}" type="datetime1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97073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F8045-3960-47D5-8923-156FD8E34DC8}" type="datetime1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48575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44393-8762-49EE-A09D-C6718B772424}" type="datetime1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129742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DA155-BABA-4042-AE3F-48DDD43C4338}" type="datetime1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75871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8DB0-FF17-4873-B285-6F3AA300A01E}" type="datetime1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4639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2F982-93BC-4EAF-AD77-434B6A325E06}" type="datetime1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114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BA09EB-E0D8-48BA-B146-187B10F18B5C}" type="datetime1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007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B2988-9B75-E6CC-B453-10CFBB4C72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7873" y="1325242"/>
            <a:ext cx="9735556" cy="1646302"/>
          </a:xfrm>
        </p:spPr>
        <p:txBody>
          <a:bodyPr>
            <a:normAutofit fontScale="90000"/>
          </a:bodyPr>
          <a:lstStyle/>
          <a:p>
            <a:r>
              <a:rPr lang="en-US"/>
              <a:t>Phase 4: </a:t>
            </a:r>
            <a:r>
              <a:rPr lang="en-IN" dirty="0"/>
              <a:t>Asynchronous Sequences &amp; The Handshake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FD4AB7-419E-685E-1C4B-08FA870C0C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735DD4-6528-EA91-8E97-C904CA35E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442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B5AA8A5-25CC-4295-892F-367FCDAF2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9DD65AA-8280-4962-92F3-DF1CB5334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9068" y="-8467"/>
            <a:ext cx="4766733" cy="6866467"/>
            <a:chOff x="7425267" y="-8467"/>
            <a:chExt cx="4766733" cy="6866467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8942788-FC6D-44C2-BFC1-6F064710DA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1093AC6-E5C2-4894-A520-5BE11049F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23">
              <a:extLst>
                <a:ext uri="{FF2B5EF4-FFF2-40B4-BE49-F238E27FC236}">
                  <a16:creationId xmlns:a16="http://schemas.microsoft.com/office/drawing/2014/main" id="{F2EF9281-EAD8-4973-938C-52DECCD0F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Rectangle 25">
              <a:extLst>
                <a:ext uri="{FF2B5EF4-FFF2-40B4-BE49-F238E27FC236}">
                  <a16:creationId xmlns:a16="http://schemas.microsoft.com/office/drawing/2014/main" id="{F4D52681-7A79-4750-8E02-7C30DBAFE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F132E88E-8003-49D3-88BD-E18DF69650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Rectangle 27">
              <a:extLst>
                <a:ext uri="{FF2B5EF4-FFF2-40B4-BE49-F238E27FC236}">
                  <a16:creationId xmlns:a16="http://schemas.microsoft.com/office/drawing/2014/main" id="{8C986A99-157C-40D0-97AD-371B6F55E3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Rectangle 28">
              <a:extLst>
                <a:ext uri="{FF2B5EF4-FFF2-40B4-BE49-F238E27FC236}">
                  <a16:creationId xmlns:a16="http://schemas.microsoft.com/office/drawing/2014/main" id="{264123D5-6D32-4F54-BAD5-43A5BAF6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9">
              <a:extLst>
                <a:ext uri="{FF2B5EF4-FFF2-40B4-BE49-F238E27FC236}">
                  <a16:creationId xmlns:a16="http://schemas.microsoft.com/office/drawing/2014/main" id="{5FCA8C06-6A3E-4C39-9EF2-1179873319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3F93416A-6C44-4D77-A94A-DEBC035EA6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18B43E6-06B9-7411-55D8-3320B7CFC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81" y="1382486"/>
            <a:ext cx="3547581" cy="40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100">
                <a:solidFill>
                  <a:schemeClr val="accent1">
                    <a:lumMod val="75000"/>
                  </a:schemeClr>
                </a:solidFill>
              </a:rPr>
              <a:t>The Asynchronous Handshake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4C6BC13-FB1E-48CC-B421-3D0603972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42625" y="0"/>
            <a:ext cx="644937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E33D88-6CEC-3EA1-4DCB-D2DD19739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9090" y="6041362"/>
            <a:ext cx="68333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DC3D416-06CF-4992-9B82-1CD609DB644E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838DF9DD-1F68-F59C-0267-1D63949EC93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5373974" cy="5373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4D5CF5BF-7487-B917-0A4C-07F89A8FFA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12433" y="3429000"/>
            <a:ext cx="3685082" cy="3685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aphicFrame>
        <p:nvGraphicFramePr>
          <p:cNvPr id="10" name="TextBox 4">
            <a:extLst>
              <a:ext uri="{FF2B5EF4-FFF2-40B4-BE49-F238E27FC236}">
                <a16:creationId xmlns:a16="http://schemas.microsoft.com/office/drawing/2014/main" id="{B7E6AE40-E4BB-C428-3F64-74B8F09998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87661792"/>
              </p:ext>
            </p:extLst>
          </p:nvPr>
        </p:nvGraphicFramePr>
        <p:xfrm>
          <a:off x="4852543" y="944564"/>
          <a:ext cx="6692814" cy="48231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94396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4815A7B4-532E-48C9-AC24-D78ACF333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D40109F4-CE5C-45F4-856E-F3F69C9FD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CBAA4DE-3D7B-460B-AE98-D9F9990C0B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BF1ED3E-4F80-4AF6-A41B-44F53DDE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ectangle 23">
              <a:extLst>
                <a:ext uri="{FF2B5EF4-FFF2-40B4-BE49-F238E27FC236}">
                  <a16:creationId xmlns:a16="http://schemas.microsoft.com/office/drawing/2014/main" id="{C0B2D747-3E31-45C5-9A98-A9710A585F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4" name="Rectangle 25">
              <a:extLst>
                <a:ext uri="{FF2B5EF4-FFF2-40B4-BE49-F238E27FC236}">
                  <a16:creationId xmlns:a16="http://schemas.microsoft.com/office/drawing/2014/main" id="{A15FD4BA-3020-462D-8BE8-B3A65B8E49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5" name="Isosceles Triangle 44">
              <a:extLst>
                <a:ext uri="{FF2B5EF4-FFF2-40B4-BE49-F238E27FC236}">
                  <a16:creationId xmlns:a16="http://schemas.microsoft.com/office/drawing/2014/main" id="{A304284A-7318-4DD5-898C-2F6B23C778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6" name="Rectangle 27">
              <a:extLst>
                <a:ext uri="{FF2B5EF4-FFF2-40B4-BE49-F238E27FC236}">
                  <a16:creationId xmlns:a16="http://schemas.microsoft.com/office/drawing/2014/main" id="{9DF48E66-B635-4509-B115-E0987C014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7" name="Rectangle 28">
              <a:extLst>
                <a:ext uri="{FF2B5EF4-FFF2-40B4-BE49-F238E27FC236}">
                  <a16:creationId xmlns:a16="http://schemas.microsoft.com/office/drawing/2014/main" id="{E3B96D94-5F5A-4F4C-810C-917BF4D26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8" name="Rectangle 29">
              <a:extLst>
                <a:ext uri="{FF2B5EF4-FFF2-40B4-BE49-F238E27FC236}">
                  <a16:creationId xmlns:a16="http://schemas.microsoft.com/office/drawing/2014/main" id="{7F3782D6-BFF8-4389-9D39-A023ADAA92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9" name="Isosceles Triangle 48">
              <a:extLst>
                <a:ext uri="{FF2B5EF4-FFF2-40B4-BE49-F238E27FC236}">
                  <a16:creationId xmlns:a16="http://schemas.microsoft.com/office/drawing/2014/main" id="{ECE162D4-FCAE-441B-B5E9-C91DE62124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7436558-C12E-2160-1FA4-B7C3433F6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5410" y="104115"/>
            <a:ext cx="8288032" cy="10963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3400" dirty="0"/>
              <a:t>Promises vs. Observables (The Stream Mindset)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4FE71-1256-3CD4-9555-6B1B90DC0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2023" y="6352651"/>
            <a:ext cx="68333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DC3D416-06CF-4992-9B82-1CD609DB644E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305AE7FE-0853-90CB-D87A-2CF8D738C4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C98CBCD-8E64-4A05-A2B2-12FBD3BEDC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6740336"/>
              </p:ext>
            </p:extLst>
          </p:nvPr>
        </p:nvGraphicFramePr>
        <p:xfrm>
          <a:off x="719528" y="1208897"/>
          <a:ext cx="9099029" cy="4481308"/>
        </p:xfrm>
        <a:graphic>
          <a:graphicData uri="http://schemas.openxmlformats.org/drawingml/2006/table">
            <a:tbl>
              <a:tblPr>
                <a:solidFill>
                  <a:schemeClr val="accent1">
                    <a:lumMod val="20000"/>
                    <a:lumOff val="80000"/>
                  </a:schemeClr>
                </a:solidFill>
              </a:tblPr>
              <a:tblGrid>
                <a:gridCol w="2051053">
                  <a:extLst>
                    <a:ext uri="{9D8B030D-6E8A-4147-A177-3AD203B41FA5}">
                      <a16:colId xmlns:a16="http://schemas.microsoft.com/office/drawing/2014/main" val="119739137"/>
                    </a:ext>
                  </a:extLst>
                </a:gridCol>
                <a:gridCol w="2051053">
                  <a:extLst>
                    <a:ext uri="{9D8B030D-6E8A-4147-A177-3AD203B41FA5}">
                      <a16:colId xmlns:a16="http://schemas.microsoft.com/office/drawing/2014/main" val="1411574368"/>
                    </a:ext>
                  </a:extLst>
                </a:gridCol>
                <a:gridCol w="2795530">
                  <a:extLst>
                    <a:ext uri="{9D8B030D-6E8A-4147-A177-3AD203B41FA5}">
                      <a16:colId xmlns:a16="http://schemas.microsoft.com/office/drawing/2014/main" val="2473379172"/>
                    </a:ext>
                  </a:extLst>
                </a:gridCol>
                <a:gridCol w="2201393">
                  <a:extLst>
                    <a:ext uri="{9D8B030D-6E8A-4147-A177-3AD203B41FA5}">
                      <a16:colId xmlns:a16="http://schemas.microsoft.com/office/drawing/2014/main" val="2185432610"/>
                    </a:ext>
                  </a:extLst>
                </a:gridCol>
              </a:tblGrid>
              <a:tr h="73275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Feature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601" marR="83601" marT="55734" marB="557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Promise (The "Receipt")</a:t>
                      </a:r>
                      <a:endParaRPr lang="en-IN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601" marR="83601" marT="55734" marB="557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Observable/WebSocket (The "Ticker")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601" marR="83601" marT="55734" marB="557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Engineering Impact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601" marR="83601" marT="55734" marB="557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928937"/>
                  </a:ext>
                </a:extLst>
              </a:tr>
              <a:tr h="100526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Data Frequency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601" marR="83601" marT="55734" marB="557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One-time</a:t>
                      </a:r>
                      <a:r>
                        <a:rPr lang="en-IN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(Single value)</a:t>
                      </a:r>
                    </a:p>
                  </a:txBody>
                  <a:tcPr marL="83601" marR="83601" marT="55734" marB="557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Continuous</a:t>
                      </a:r>
                      <a:r>
                        <a:rPr lang="en-IN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(Stream of values)</a:t>
                      </a:r>
                    </a:p>
                  </a:txBody>
                  <a:tcPr marL="83601" marR="83601" marT="55734" marB="557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Promises handle requests; Observables handle feeds.</a:t>
                      </a:r>
                    </a:p>
                  </a:txBody>
                  <a:tcPr marL="83601" marR="83601" marT="55734" marB="557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7609094"/>
                  </a:ext>
                </a:extLst>
              </a:tr>
              <a:tr h="100526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Common Usage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601" marR="83601" marT="55734" marB="557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Trade Executions / Login</a:t>
                      </a:r>
                    </a:p>
                  </a:txBody>
                  <a:tcPr marL="83601" marR="83601" marT="55734" marB="557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Market Data Ticks / Price feeds</a:t>
                      </a:r>
                    </a:p>
                  </a:txBody>
                  <a:tcPr marL="83601" marR="83601" marT="55734" marB="557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Use Promises for "Atomic" actions that have a clear end.</a:t>
                      </a:r>
                    </a:p>
                  </a:txBody>
                  <a:tcPr marL="83601" marR="83601" marT="55734" marB="557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0276374"/>
                  </a:ext>
                </a:extLst>
              </a:tr>
              <a:tr h="100526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Control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601" marR="83601" marT="55734" marB="557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Difficult to cancel</a:t>
                      </a:r>
                    </a:p>
                  </a:txBody>
                  <a:tcPr marL="83601" marR="83601" marT="55734" marB="557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Native support</a:t>
                      </a:r>
                      <a:r>
                        <a:rPr lang="en-IN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(Unsubscribe)</a:t>
                      </a:r>
                    </a:p>
                  </a:txBody>
                  <a:tcPr marL="83601" marR="83601" marT="55734" marB="557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Vital for Lab R-10 to stop feeds when a tab is closed.</a:t>
                      </a:r>
                    </a:p>
                  </a:txBody>
                  <a:tcPr marL="83601" marR="83601" marT="55734" marB="557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4344514"/>
                  </a:ext>
                </a:extLst>
              </a:tr>
              <a:tr h="73275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Logic Type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601" marR="83601" marT="55734" marB="557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"Request &amp; Response"</a:t>
                      </a:r>
                    </a:p>
                  </a:txBody>
                  <a:tcPr marL="83601" marR="83601" marT="55734" marB="557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"Publish &amp; Subscribe"</a:t>
                      </a:r>
                    </a:p>
                  </a:txBody>
                  <a:tcPr marL="83601" marR="83601" marT="55734" marB="557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Determines how the React state is updated.</a:t>
                      </a:r>
                    </a:p>
                  </a:txBody>
                  <a:tcPr marL="83601" marR="83601" marT="55734" marB="557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58442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2177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88" name="Rectangle 4187">
            <a:extLst>
              <a:ext uri="{FF2B5EF4-FFF2-40B4-BE49-F238E27FC236}">
                <a16:creationId xmlns:a16="http://schemas.microsoft.com/office/drawing/2014/main" id="{45B71F80-1F92-4074-84D9-16A062B21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25" name="Title 5">
            <a:extLst>
              <a:ext uri="{FF2B5EF4-FFF2-40B4-BE49-F238E27FC236}">
                <a16:creationId xmlns:a16="http://schemas.microsoft.com/office/drawing/2014/main" id="{D74CB609-2271-BDD3-30FC-A81844599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dirty="0"/>
              <a:t>Lab R-08 — Chaining the Sequence</a:t>
            </a:r>
          </a:p>
        </p:txBody>
      </p:sp>
      <p:sp>
        <p:nvSpPr>
          <p:cNvPr id="4189" name="Isosceles Triangle 4188">
            <a:extLst>
              <a:ext uri="{FF2B5EF4-FFF2-40B4-BE49-F238E27FC236}">
                <a16:creationId xmlns:a16="http://schemas.microsoft.com/office/drawing/2014/main" id="{7209C9DA-6E0D-46D9-8275-C52222D8C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27194-893B-6F45-142B-208C6A7A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4532" y="6182876"/>
            <a:ext cx="68333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DC3D416-06CF-4992-9B82-1CD609DB644E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4177" name="Isosceles Triangle 4176">
            <a:extLst>
              <a:ext uri="{FF2B5EF4-FFF2-40B4-BE49-F238E27FC236}">
                <a16:creationId xmlns:a16="http://schemas.microsoft.com/office/drawing/2014/main" id="{3EB57A4D-E0D0-46DA-B339-F24CA46FA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4190" name="TextBox 2">
            <a:extLst>
              <a:ext uri="{FF2B5EF4-FFF2-40B4-BE49-F238E27FC236}">
                <a16:creationId xmlns:a16="http://schemas.microsoft.com/office/drawing/2014/main" id="{662D2C0E-302E-8271-8E31-99500E7DF3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2258148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94855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E50553-E351-FF5D-9893-1A306D4F3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E500-8D2F-4CCF-5D44-041CB8D9F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04333"/>
            <a:ext cx="4951048" cy="5249334"/>
          </a:xfrm>
        </p:spPr>
        <p:txBody>
          <a:bodyPr>
            <a:normAutofit/>
          </a:bodyPr>
          <a:lstStyle/>
          <a:p>
            <a:pPr algn="ctr"/>
            <a:br>
              <a:rPr lang="en-IN" sz="4000" dirty="0">
                <a:solidFill>
                  <a:srgbClr val="00B0F0"/>
                </a:solidFill>
              </a:rPr>
            </a:br>
            <a:br>
              <a:rPr lang="en-IN" sz="4000" dirty="0">
                <a:solidFill>
                  <a:srgbClr val="00B0F0"/>
                </a:solidFill>
              </a:rPr>
            </a:br>
            <a:br>
              <a:rPr lang="en-IN" sz="4000" dirty="0">
                <a:solidFill>
                  <a:srgbClr val="00B0F0"/>
                </a:solidFill>
              </a:rPr>
            </a:br>
            <a:r>
              <a:rPr lang="en-IN" sz="4000" dirty="0">
                <a:solidFill>
                  <a:srgbClr val="00B0F0"/>
                </a:solidFill>
              </a:rPr>
              <a:t>Code-Along                        </a:t>
            </a:r>
            <a:r>
              <a:rPr lang="en-IN" sz="4000" dirty="0"/>
              <a:t>The Async Sequence (Handshake)</a:t>
            </a:r>
            <a:endParaRPr lang="en-IN" sz="4000" dirty="0">
              <a:solidFill>
                <a:srgbClr val="00B0F0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82D43A1-11C3-F1DB-A81E-2CC8CEE9FA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51048" y="804333"/>
            <a:ext cx="7240952" cy="524933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 fontScale="55000" lnSpcReduction="2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4000" b="1" dirty="0">
                <a:latin typeface="Arial" panose="020B0604020202020204" pitchFamily="34" charset="0"/>
              </a:rPr>
              <a:t>The Problem:</a:t>
            </a:r>
            <a:r>
              <a:rPr lang="en-US" altLang="en-US" sz="4000" dirty="0">
                <a:latin typeface="Arial" panose="020B0604020202020204" pitchFamily="34" charset="0"/>
              </a:rPr>
              <a:t> </a:t>
            </a:r>
            <a:r>
              <a:rPr lang="en-US" sz="2500" dirty="0">
                <a:latin typeface="Arial" panose="020B0604020202020204" pitchFamily="34" charset="0"/>
              </a:rPr>
              <a:t>You must </a:t>
            </a:r>
            <a:r>
              <a:rPr lang="en-US" sz="4000" dirty="0"/>
              <a:t>execute </a:t>
            </a:r>
            <a:r>
              <a:rPr lang="en-US" sz="2500" dirty="0">
                <a:latin typeface="Arial" panose="020B0604020202020204" pitchFamily="34" charset="0"/>
              </a:rPr>
              <a:t>a trade through a mandatory </a:t>
            </a:r>
            <a:r>
              <a:rPr lang="en-US" sz="4000" dirty="0"/>
              <a:t>3-step pipeline: </a:t>
            </a:r>
            <a:r>
              <a:rPr lang="en-US" sz="4000" b="1" dirty="0"/>
              <a:t>Initiate → Validate → Confirm</a:t>
            </a:r>
            <a:r>
              <a:rPr lang="en-US" sz="4000" dirty="0"/>
              <a:t>. </a:t>
            </a:r>
            <a:r>
              <a:rPr lang="en-US" sz="2500" dirty="0">
                <a:latin typeface="Arial" panose="020B0604020202020204" pitchFamily="34" charset="0"/>
              </a:rPr>
              <a:t>Each step depends on the success of the previous one.</a:t>
            </a:r>
            <a:endParaRPr lang="en-US" altLang="en-US" sz="25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altLang="en-US" sz="4000" b="1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sz="4000" b="1" dirty="0">
                <a:latin typeface="Arial" panose="020B0604020202020204" pitchFamily="34" charset="0"/>
              </a:rPr>
              <a:t>The Constraint:</a:t>
            </a:r>
            <a:r>
              <a:rPr lang="en-US" altLang="en-US" sz="4000" dirty="0">
                <a:latin typeface="Arial" panose="020B0604020202020204" pitchFamily="34" charset="0"/>
              </a:rPr>
              <a:t> </a:t>
            </a:r>
            <a:r>
              <a:rPr lang="en-US" sz="4000" dirty="0"/>
              <a:t>* </a:t>
            </a:r>
            <a:r>
              <a:rPr lang="en-US" sz="4000" b="1" dirty="0"/>
              <a:t>Atomic Success</a:t>
            </a:r>
            <a:r>
              <a:rPr lang="en-US" sz="2500" b="1" dirty="0"/>
              <a:t>:</a:t>
            </a:r>
            <a:r>
              <a:rPr lang="en-US" sz="2500" dirty="0"/>
              <a:t> </a:t>
            </a:r>
            <a:r>
              <a:rPr lang="en-US" sz="2500" dirty="0">
                <a:latin typeface="Arial" panose="020B0604020202020204" pitchFamily="34" charset="0"/>
              </a:rPr>
              <a:t>If any step fails, the entire sequence must stop immediately.</a:t>
            </a:r>
          </a:p>
          <a:p>
            <a:pPr marL="457200" lvl="1" indent="0">
              <a:buNone/>
            </a:pPr>
            <a:r>
              <a:rPr lang="en-US" sz="3800" b="1" dirty="0"/>
              <a:t>			   Non-Blocking:</a:t>
            </a:r>
            <a:r>
              <a:rPr lang="en-US" sz="3800" dirty="0"/>
              <a:t> The UI thread </a:t>
            </a:r>
            <a:r>
              <a:rPr lang="en-US" sz="2500" dirty="0">
                <a:latin typeface="Arial" panose="020B0604020202020204" pitchFamily="34" charset="0"/>
              </a:rPr>
              <a:t>must remain free</a:t>
            </a:r>
          </a:p>
          <a:p>
            <a:pPr marL="457200" lvl="1" indent="0">
              <a:buNone/>
            </a:pPr>
            <a:r>
              <a:rPr lang="en-US" sz="2500" dirty="0">
                <a:latin typeface="Arial" panose="020B0604020202020204" pitchFamily="34" charset="0"/>
              </a:rPr>
              <a:t>for price updates while the handshake is "in-flight."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40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4000" b="1" dirty="0">
                <a:latin typeface="Arial" panose="020B0604020202020204" pitchFamily="34" charset="0"/>
              </a:rPr>
              <a:t>The Logic:</a:t>
            </a:r>
            <a:r>
              <a:rPr lang="en-US" altLang="en-US" sz="4000" dirty="0">
                <a:latin typeface="Arial" panose="020B0604020202020204" pitchFamily="34" charset="0"/>
              </a:rPr>
              <a:t> </a:t>
            </a:r>
            <a:r>
              <a:rPr lang="en-US" altLang="en-US" sz="4000" b="1" dirty="0"/>
              <a:t>Initiate</a:t>
            </a:r>
            <a:r>
              <a:rPr lang="en-US" altLang="en-US" sz="4000" dirty="0">
                <a:latin typeface="Arial" panose="020B0604020202020204" pitchFamily="34" charset="0"/>
              </a:rPr>
              <a:t>: </a:t>
            </a:r>
            <a:r>
              <a:rPr lang="en-US" altLang="en-US" sz="2500" dirty="0">
                <a:latin typeface="Arial" panose="020B0604020202020204" pitchFamily="34" charset="0"/>
              </a:rPr>
              <a:t>Send the raw trade to the server to get a unique </a:t>
            </a:r>
            <a:r>
              <a:rPr lang="en-US" altLang="en-US" sz="2500" dirty="0" err="1">
                <a:latin typeface="Arial" panose="020B0604020202020204" pitchFamily="34" charset="0"/>
              </a:rPr>
              <a:t>TradeID</a:t>
            </a:r>
            <a:r>
              <a:rPr lang="en-US" altLang="en-US" sz="2500" dirty="0"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5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4000" b="1" dirty="0"/>
              <a:t>Validate</a:t>
            </a:r>
            <a:r>
              <a:rPr lang="en-US" altLang="en-US" sz="4000" dirty="0">
                <a:latin typeface="Arial" panose="020B0604020202020204" pitchFamily="34" charset="0"/>
              </a:rPr>
              <a:t>: </a:t>
            </a:r>
            <a:r>
              <a:rPr lang="en-US" altLang="en-US" sz="2500" dirty="0">
                <a:latin typeface="Arial" panose="020B0604020202020204" pitchFamily="34" charset="0"/>
              </a:rPr>
              <a:t>Pass the initiated trade to the Compliance Engine.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4000" dirty="0"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4000" b="1" dirty="0"/>
              <a:t>Confirm</a:t>
            </a:r>
            <a:r>
              <a:rPr lang="en-US" altLang="en-US" sz="4000" dirty="0">
                <a:latin typeface="Arial" panose="020B0604020202020204" pitchFamily="34" charset="0"/>
              </a:rPr>
              <a:t>: </a:t>
            </a:r>
            <a:r>
              <a:rPr lang="en-US" altLang="en-US" sz="2500" dirty="0">
                <a:latin typeface="Arial" panose="020B0604020202020204" pitchFamily="34" charset="0"/>
              </a:rPr>
              <a:t>Once validated, send the final signal to the Execution Desk.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4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4000" b="1" dirty="0"/>
              <a:t>Catch</a:t>
            </a:r>
            <a:r>
              <a:rPr lang="en-US" altLang="en-US" sz="4000" dirty="0">
                <a:latin typeface="Arial" panose="020B0604020202020204" pitchFamily="34" charset="0"/>
              </a:rPr>
              <a:t>: </a:t>
            </a:r>
            <a:r>
              <a:rPr lang="en-US" altLang="en-US" sz="2500" dirty="0">
                <a:latin typeface="Arial" panose="020B0604020202020204" pitchFamily="34" charset="0"/>
              </a:rPr>
              <a:t>Handle network timeouts or compliance rejections in a single block.</a:t>
            </a:r>
            <a:r>
              <a:rPr lang="en-US" sz="2500" dirty="0">
                <a:latin typeface="Arial" panose="020B0604020202020204" pitchFamily="34" charset="0"/>
              </a:rPr>
              <a:t>. </a:t>
            </a:r>
            <a:endParaRPr lang="en-US" altLang="en-US" sz="2500" dirty="0"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7D7C5-654B-8D40-BE62-6A97A4890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DC3D416-06CF-4992-9B82-1CD609DB644E}" type="slidenum">
              <a:rPr lang="en-IN" smtClean="0"/>
              <a:pPr>
                <a:spcAft>
                  <a:spcPts val="600"/>
                </a:spcAft>
              </a:pPr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802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5E0BF1-0602-DD43-FA4B-B8A18BD18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5" name="Title 5">
            <a:extLst>
              <a:ext uri="{FF2B5EF4-FFF2-40B4-BE49-F238E27FC236}">
                <a16:creationId xmlns:a16="http://schemas.microsoft.com/office/drawing/2014/main" id="{E6022167-7ABC-8985-787D-E13D3AB65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The "Race" and "All" Strategies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61BAC1-439F-4A11-3C04-922EDFFCD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DC3D416-06CF-4992-9B82-1CD609DB644E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graphicFrame>
        <p:nvGraphicFramePr>
          <p:cNvPr id="4127" name="TextBox 2">
            <a:extLst>
              <a:ext uri="{FF2B5EF4-FFF2-40B4-BE49-F238E27FC236}">
                <a16:creationId xmlns:a16="http://schemas.microsoft.com/office/drawing/2014/main" id="{166227B6-8F82-CAB3-BFF2-7C6520BD78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7086479"/>
              </p:ext>
            </p:extLst>
          </p:nvPr>
        </p:nvGraphicFramePr>
        <p:xfrm>
          <a:off x="677863" y="2160588"/>
          <a:ext cx="8596312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93783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D6675F-9799-C889-EA42-0522D662E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5B71F80-1F92-4074-84D9-16A062B21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01C135-F52D-7A36-D27B-11B495FB0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119922"/>
            <a:ext cx="10197494" cy="1589136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br>
              <a:rPr lang="en-IN" sz="2000" b="1" dirty="0"/>
            </a:br>
            <a:br>
              <a:rPr lang="en-IN" sz="2000" b="1" dirty="0"/>
            </a:br>
            <a:br>
              <a:rPr lang="en-IN" sz="2000" b="1" dirty="0"/>
            </a:br>
            <a:r>
              <a:rPr lang="en-IN" sz="2000" b="1" dirty="0"/>
              <a:t>Code-Along                        Array-to-Tree                (Desk Hierarchy)</a:t>
            </a: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209C9DA-6E0D-46D9-8275-C52222D8C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FBA82B-2BC0-5824-F6D0-5F195D30F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4532" y="6182876"/>
            <a:ext cx="68333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DC3D416-06CF-4992-9B82-1CD609DB644E}" type="slidenum">
              <a:rPr lang="en-IN" smtClean="0"/>
              <a:pPr>
                <a:spcAft>
                  <a:spcPts val="600"/>
                </a:spcAft>
              </a:pPr>
              <a:t>7</a:t>
            </a:fld>
            <a:endParaRPr lang="en-IN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3EB57A4D-E0D0-46DA-B339-F24CA46FA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3E42FDA1-D9DA-5854-28B3-7DEC19F392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7396145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91646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2E0FF1-5F71-ED3F-B118-AB0EE4CD3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30" name="Group 4129">
            <a:extLst>
              <a:ext uri="{FF2B5EF4-FFF2-40B4-BE49-F238E27FC236}">
                <a16:creationId xmlns:a16="http://schemas.microsoft.com/office/drawing/2014/main" id="{4815A7B4-532E-48C9-AC24-D78ACF333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4131" name="Freeform 14">
              <a:extLst>
                <a:ext uri="{FF2B5EF4-FFF2-40B4-BE49-F238E27FC236}">
                  <a16:creationId xmlns:a16="http://schemas.microsoft.com/office/drawing/2014/main" id="{D40109F4-CE5C-45F4-856E-F3F69C9FD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4132" name="Straight Connector 4131">
              <a:extLst>
                <a:ext uri="{FF2B5EF4-FFF2-40B4-BE49-F238E27FC236}">
                  <a16:creationId xmlns:a16="http://schemas.microsoft.com/office/drawing/2014/main" id="{3CBAA4DE-3D7B-460B-AE98-D9F9990C0B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3" name="Straight Connector 4132">
              <a:extLst>
                <a:ext uri="{FF2B5EF4-FFF2-40B4-BE49-F238E27FC236}">
                  <a16:creationId xmlns:a16="http://schemas.microsoft.com/office/drawing/2014/main" id="{7BF1ED3E-4F80-4AF6-A41B-44F53DDE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34" name="Rectangle 23">
              <a:extLst>
                <a:ext uri="{FF2B5EF4-FFF2-40B4-BE49-F238E27FC236}">
                  <a16:creationId xmlns:a16="http://schemas.microsoft.com/office/drawing/2014/main" id="{C0B2D747-3E31-45C5-9A98-A9710A585F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135" name="Rectangle 25">
              <a:extLst>
                <a:ext uri="{FF2B5EF4-FFF2-40B4-BE49-F238E27FC236}">
                  <a16:creationId xmlns:a16="http://schemas.microsoft.com/office/drawing/2014/main" id="{A15FD4BA-3020-462D-8BE8-B3A65B8E49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136" name="Isosceles Triangle 4135">
              <a:extLst>
                <a:ext uri="{FF2B5EF4-FFF2-40B4-BE49-F238E27FC236}">
                  <a16:creationId xmlns:a16="http://schemas.microsoft.com/office/drawing/2014/main" id="{A304284A-7318-4DD5-898C-2F6B23C778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137" name="Rectangle 27">
              <a:extLst>
                <a:ext uri="{FF2B5EF4-FFF2-40B4-BE49-F238E27FC236}">
                  <a16:creationId xmlns:a16="http://schemas.microsoft.com/office/drawing/2014/main" id="{9DF48E66-B635-4509-B115-E0987C014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138" name="Rectangle 28">
              <a:extLst>
                <a:ext uri="{FF2B5EF4-FFF2-40B4-BE49-F238E27FC236}">
                  <a16:creationId xmlns:a16="http://schemas.microsoft.com/office/drawing/2014/main" id="{E3B96D94-5F5A-4F4C-810C-917BF4D26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139" name="Rectangle 29">
              <a:extLst>
                <a:ext uri="{FF2B5EF4-FFF2-40B4-BE49-F238E27FC236}">
                  <a16:creationId xmlns:a16="http://schemas.microsoft.com/office/drawing/2014/main" id="{7F3782D6-BFF8-4389-9D39-A023ADAA92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140" name="Isosceles Triangle 4139">
              <a:extLst>
                <a:ext uri="{FF2B5EF4-FFF2-40B4-BE49-F238E27FC236}">
                  <a16:creationId xmlns:a16="http://schemas.microsoft.com/office/drawing/2014/main" id="{ECE162D4-FCAE-441B-B5E9-C91DE62124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4125" name="Title 5">
            <a:extLst>
              <a:ext uri="{FF2B5EF4-FFF2-40B4-BE49-F238E27FC236}">
                <a16:creationId xmlns:a16="http://schemas.microsoft.com/office/drawing/2014/main" id="{2B266B8C-F9E8-25DE-7298-2D08DCB42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382" y="140224"/>
            <a:ext cx="7673801" cy="1087656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 sz="4800" dirty="0"/>
              <a:t>The "Desk" Breakdown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155C1D-9CAF-CB03-9729-5696C8D0F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2023" y="6352651"/>
            <a:ext cx="68333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DC3D416-06CF-4992-9B82-1CD609DB644E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EAD30E3-54BE-0C0E-10A1-64F0F243C9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0866867"/>
              </p:ext>
            </p:extLst>
          </p:nvPr>
        </p:nvGraphicFramePr>
        <p:xfrm>
          <a:off x="778715" y="1351676"/>
          <a:ext cx="8700155" cy="4798165"/>
        </p:xfrm>
        <a:graphic>
          <a:graphicData uri="http://schemas.openxmlformats.org/drawingml/2006/table">
            <a:tbl>
              <a:tblPr>
                <a:solidFill>
                  <a:srgbClr val="404040"/>
                </a:solidFill>
              </a:tblPr>
              <a:tblGrid>
                <a:gridCol w="2318606">
                  <a:extLst>
                    <a:ext uri="{9D8B030D-6E8A-4147-A177-3AD203B41FA5}">
                      <a16:colId xmlns:a16="http://schemas.microsoft.com/office/drawing/2014/main" val="4037466331"/>
                    </a:ext>
                  </a:extLst>
                </a:gridCol>
                <a:gridCol w="2621462">
                  <a:extLst>
                    <a:ext uri="{9D8B030D-6E8A-4147-A177-3AD203B41FA5}">
                      <a16:colId xmlns:a16="http://schemas.microsoft.com/office/drawing/2014/main" val="1906389143"/>
                    </a:ext>
                  </a:extLst>
                </a:gridCol>
                <a:gridCol w="3760087">
                  <a:extLst>
                    <a:ext uri="{9D8B030D-6E8A-4147-A177-3AD203B41FA5}">
                      <a16:colId xmlns:a16="http://schemas.microsoft.com/office/drawing/2014/main" val="41521667"/>
                    </a:ext>
                  </a:extLst>
                </a:gridCol>
              </a:tblGrid>
              <a:tr h="75416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cap="none" spc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Level</a:t>
                      </a:r>
                      <a:endParaRPr lang="en-IN" sz="1800" cap="none" spc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69045" marR="169045" marT="135236" marB="11269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cap="none" spc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Example Name</a:t>
                      </a:r>
                      <a:endParaRPr lang="en-IN" sz="1800" cap="none" spc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69045" marR="169045" marT="135236" marB="11269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cap="none" spc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Responsibility</a:t>
                      </a:r>
                      <a:endParaRPr lang="en-IN" sz="1800" cap="none" spc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69045" marR="169045" marT="135236" marB="11269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988725"/>
                  </a:ext>
                </a:extLst>
              </a:tr>
              <a:tr h="111046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cap="none" spc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Business Unit</a:t>
                      </a:r>
                      <a:endParaRPr lang="en-IN" sz="1800" cap="none" spc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69045" marR="169045" marT="135236" marB="11269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cap="none" spc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Equities</a:t>
                      </a:r>
                    </a:p>
                  </a:txBody>
                  <a:tcPr marL="169045" marR="169045" marT="135236" marB="11269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cap="none" spc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The high-level division (e.g., Stocks).</a:t>
                      </a:r>
                    </a:p>
                  </a:txBody>
                  <a:tcPr marL="169045" marR="169045" marT="135236" marB="11269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7130541"/>
                  </a:ext>
                </a:extLst>
              </a:tr>
              <a:tr h="146676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cap="none" spc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Product Group</a:t>
                      </a:r>
                      <a:endParaRPr lang="en-IN" sz="1800" cap="none" spc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69045" marR="169045" marT="135236" marB="11269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cap="none" spc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Derivatives</a:t>
                      </a:r>
                    </a:p>
                  </a:txBody>
                  <a:tcPr marL="169045" marR="169045" marT="135236" marB="11269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cap="none" spc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A sub-group specializing in complex contracts (Options/Futures).</a:t>
                      </a:r>
                    </a:p>
                  </a:txBody>
                  <a:tcPr marL="169045" marR="169045" marT="135236" marB="11269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6965419"/>
                  </a:ext>
                </a:extLst>
              </a:tr>
              <a:tr h="146676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cap="none" spc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The Desk</a:t>
                      </a:r>
                      <a:endParaRPr lang="en-IN" sz="1800" cap="none" spc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69045" marR="169045" marT="135236" marB="11269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cap="none" spc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Single Stock Flow</a:t>
                      </a:r>
                      <a:endParaRPr lang="en-IN" sz="1800" cap="none" spc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69045" marR="169045" marT="135236" marB="11269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cap="none" spc="0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The actual team of traders buying/selling specific company shares.</a:t>
                      </a:r>
                    </a:p>
                  </a:txBody>
                  <a:tcPr marL="169045" marR="169045" marT="135236" marB="11269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264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4041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4CF96E-AF05-DD4C-D086-7402EE446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DD48BB-E43C-07EB-BBBD-E1C70F65A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Example of a "Desk" Object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987F86D-D8EA-88CC-29EB-B5E566B7CFA0}"/>
              </a:ext>
            </a:extLst>
          </p:cNvPr>
          <p:cNvSpPr txBox="1"/>
          <p:nvPr/>
        </p:nvSpPr>
        <p:spPr>
          <a:xfrm>
            <a:off x="673754" y="2160590"/>
            <a:ext cx="3973943" cy="34401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>
                <a:solidFill>
                  <a:schemeClr val="bg1"/>
                </a:solidFill>
              </a:rPr>
              <a:t>{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>
                <a:solidFill>
                  <a:schemeClr val="bg1"/>
                </a:solidFill>
              </a:rPr>
              <a:t>  id: 402,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>
                <a:solidFill>
                  <a:schemeClr val="bg1"/>
                </a:solidFill>
              </a:rPr>
              <a:t>  name: "Fixed Income Currencies and Commodities (FICC)",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>
                <a:solidFill>
                  <a:schemeClr val="bg1"/>
                </a:solidFill>
              </a:rPr>
              <a:t>  parentId: 100, // Points to the "Global Markets" parent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>
                <a:solidFill>
                  <a:schemeClr val="bg1"/>
                </a:solidFill>
              </a:rPr>
              <a:t>  headCount: 50,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>
                <a:solidFill>
                  <a:schemeClr val="bg1"/>
                </a:solidFill>
              </a:rPr>
              <a:t>  isActive: true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>
                <a:solidFill>
                  <a:schemeClr val="bg1"/>
                </a:solidFill>
              </a:rPr>
              <a:t>}</a:t>
            </a:r>
          </a:p>
        </p:txBody>
      </p:sp>
      <p:pic>
        <p:nvPicPr>
          <p:cNvPr id="26" name="Graphic 25" descr="Employee Badge">
            <a:extLst>
              <a:ext uri="{FF2B5EF4-FFF2-40B4-BE49-F238E27FC236}">
                <a16:creationId xmlns:a16="http://schemas.microsoft.com/office/drawing/2014/main" id="{BF1C4495-9C25-7EEB-0543-C6BD9DF746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17616" y="972608"/>
            <a:ext cx="4900269" cy="4900269"/>
          </a:xfrm>
          <a:prstGeom prst="rect">
            <a:avLst/>
          </a:prstGeom>
        </p:spPr>
      </p:pic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FC7A780C-7D9A-A9B8-C9B5-B17AD63F41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6916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7838C-FA1A-905D-62C8-CEFD34CAF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167" y="156237"/>
            <a:ext cx="8596668" cy="1320800"/>
          </a:xfrm>
        </p:spPr>
        <p:txBody>
          <a:bodyPr/>
          <a:lstStyle/>
          <a:p>
            <a:pPr algn="ctr"/>
            <a:r>
              <a:rPr lang="en-US" dirty="0"/>
              <a:t>Summary</a:t>
            </a:r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3001A3C-46C0-5780-F980-259086ABEC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25799" y="1402804"/>
            <a:ext cx="7140402" cy="40523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Chaining: Use Promises to handle multi-step handshakes reliably.</a:t>
            </a:r>
          </a:p>
          <a:p>
            <a:pPr lvl="0"/>
            <a:endParaRPr lang="en-US" sz="2800" dirty="0">
              <a:ln w="0"/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lvl="0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Fail Fast: Implement .catch() to prevent silent "Ghost Trades."</a:t>
            </a:r>
          </a:p>
          <a:p>
            <a:pPr lvl="0"/>
            <a:endParaRPr lang="en-US" sz="2800" dirty="0">
              <a:ln w="0"/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lvl="0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Structure: Transform flat API data into UI-ready trees using O(n) logic.</a:t>
            </a:r>
            <a:endParaRPr kumimoji="0" lang="en-US" altLang="en-US" sz="2800" i="0" u="none" strike="noStrike" normalizeH="0" baseline="0" dirty="0">
              <a:ln w="0"/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48173-BC01-732F-E223-28793A625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764199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506</TotalTime>
  <Words>678</Words>
  <Application>Microsoft Office PowerPoint</Application>
  <PresentationFormat>Widescreen</PresentationFormat>
  <Paragraphs>93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Google Sans Text</vt:lpstr>
      <vt:lpstr>Trebuchet MS</vt:lpstr>
      <vt:lpstr>Wingdings 3</vt:lpstr>
      <vt:lpstr>Facet</vt:lpstr>
      <vt:lpstr>Phase 4: Asynchronous Sequences &amp; The Handshake</vt:lpstr>
      <vt:lpstr>The Asynchronous Handshake</vt:lpstr>
      <vt:lpstr>Promises vs. Observables (The Stream Mindset)</vt:lpstr>
      <vt:lpstr>Lab R-08 — Chaining the Sequence</vt:lpstr>
      <vt:lpstr>   Code-Along                        The Async Sequence (Handshake)</vt:lpstr>
      <vt:lpstr>The "Race" and "All" Strategies</vt:lpstr>
      <vt:lpstr>   Code-Along                        Array-to-Tree                (Desk Hierarchy)</vt:lpstr>
      <vt:lpstr>The "Desk" Breakdown</vt:lpstr>
      <vt:lpstr>Example of a "Desk" Object 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Joseph Samuels</dc:creator>
  <cp:lastModifiedBy>Stephen Joseph Samuels</cp:lastModifiedBy>
  <cp:revision>22</cp:revision>
  <dcterms:created xsi:type="dcterms:W3CDTF">2026-02-09T07:07:36Z</dcterms:created>
  <dcterms:modified xsi:type="dcterms:W3CDTF">2026-02-12T13:39:10Z</dcterms:modified>
</cp:coreProperties>
</file>