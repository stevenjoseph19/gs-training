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3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884BBA-8875-40F6-9F11-19E3C0749DF9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281D4B4-7B6E-46BC-A6ED-A1F6451A6910}">
      <dgm:prSet/>
      <dgm:spPr/>
      <dgm:t>
        <a:bodyPr/>
        <a:lstStyle/>
        <a:p>
          <a:r>
            <a:rPr lang="en-IN"/>
            <a:t>The Mission: Build a reactive dashboard engine that processes a "Firehose" of 5,000+ assets.</a:t>
          </a:r>
          <a:endParaRPr lang="en-US"/>
        </a:p>
      </dgm:t>
    </dgm:pt>
    <dgm:pt modelId="{56D823A0-D00D-4E8C-BA6E-3E06CA406994}" type="parTrans" cxnId="{27024D7A-147A-4327-8E6C-6D94DF4328E7}">
      <dgm:prSet/>
      <dgm:spPr/>
      <dgm:t>
        <a:bodyPr/>
        <a:lstStyle/>
        <a:p>
          <a:endParaRPr lang="en-US"/>
        </a:p>
      </dgm:t>
    </dgm:pt>
    <dgm:pt modelId="{E7AD6648-2B12-40BB-948D-067D62C74FB0}" type="sibTrans" cxnId="{27024D7A-147A-4327-8E6C-6D94DF4328E7}">
      <dgm:prSet/>
      <dgm:spPr/>
      <dgm:t>
        <a:bodyPr/>
        <a:lstStyle/>
        <a:p>
          <a:endParaRPr lang="en-US"/>
        </a:p>
      </dgm:t>
    </dgm:pt>
    <dgm:pt modelId="{3CA972B6-0066-48C4-8F3F-2F207CE47452}">
      <dgm:prSet/>
      <dgm:spPr/>
      <dgm:t>
        <a:bodyPr/>
        <a:lstStyle/>
        <a:p>
          <a:r>
            <a:rPr lang="en-IN"/>
            <a:t>The Input: A massive, deeply nested JSON blob containing Desks, Portfolios, and Assets.</a:t>
          </a:r>
          <a:endParaRPr lang="en-US"/>
        </a:p>
      </dgm:t>
    </dgm:pt>
    <dgm:pt modelId="{24B88258-BEB8-404A-972C-9E14B70316DE}" type="parTrans" cxnId="{A5CA2791-0F6E-482B-BD39-664CDDE121F8}">
      <dgm:prSet/>
      <dgm:spPr/>
      <dgm:t>
        <a:bodyPr/>
        <a:lstStyle/>
        <a:p>
          <a:endParaRPr lang="en-US"/>
        </a:p>
      </dgm:t>
    </dgm:pt>
    <dgm:pt modelId="{65B70AE4-3727-418D-9BBC-5852D10B10C8}" type="sibTrans" cxnId="{A5CA2791-0F6E-482B-BD39-664CDDE121F8}">
      <dgm:prSet/>
      <dgm:spPr/>
      <dgm:t>
        <a:bodyPr/>
        <a:lstStyle/>
        <a:p>
          <a:endParaRPr lang="en-US"/>
        </a:p>
      </dgm:t>
    </dgm:pt>
    <dgm:pt modelId="{F171942F-B043-41E2-A4ED-6760BBBB5663}">
      <dgm:prSet/>
      <dgm:spPr/>
      <dgm:t>
        <a:bodyPr/>
        <a:lstStyle/>
        <a:p>
          <a:r>
            <a:rPr lang="en-IN"/>
            <a:t>The Requirements:</a:t>
          </a:r>
          <a:endParaRPr lang="en-US"/>
        </a:p>
      </dgm:t>
    </dgm:pt>
    <dgm:pt modelId="{4945AA78-6C68-488E-979F-E8BF68A0F1E5}" type="parTrans" cxnId="{9EE9BFEE-FC3C-4B8B-8765-0DCC43E3F24D}">
      <dgm:prSet/>
      <dgm:spPr/>
      <dgm:t>
        <a:bodyPr/>
        <a:lstStyle/>
        <a:p>
          <a:endParaRPr lang="en-US"/>
        </a:p>
      </dgm:t>
    </dgm:pt>
    <dgm:pt modelId="{93DCD50F-9156-4D78-A5DD-9FC17EDC7B54}" type="sibTrans" cxnId="{9EE9BFEE-FC3C-4B8B-8765-0DCC43E3F24D}">
      <dgm:prSet/>
      <dgm:spPr/>
      <dgm:t>
        <a:bodyPr/>
        <a:lstStyle/>
        <a:p>
          <a:endParaRPr lang="en-US"/>
        </a:p>
      </dgm:t>
    </dgm:pt>
    <dgm:pt modelId="{15ABB1BF-0E96-4B2D-8BE3-BBFAFF42713E}">
      <dgm:prSet/>
      <dgm:spPr/>
      <dgm:t>
        <a:bodyPr/>
        <a:lstStyle/>
        <a:p>
          <a:r>
            <a:rPr lang="en-IN"/>
            <a:t>Flatten the data for $O(1)$ lookup (Lab R-01).</a:t>
          </a:r>
          <a:endParaRPr lang="en-US"/>
        </a:p>
      </dgm:t>
    </dgm:pt>
    <dgm:pt modelId="{5BC2E9E0-20B8-4A01-829A-015248078E5E}" type="parTrans" cxnId="{C7FCD170-F0BE-4E1F-923B-D035A5C86805}">
      <dgm:prSet/>
      <dgm:spPr/>
      <dgm:t>
        <a:bodyPr/>
        <a:lstStyle/>
        <a:p>
          <a:endParaRPr lang="en-US"/>
        </a:p>
      </dgm:t>
    </dgm:pt>
    <dgm:pt modelId="{C8AD2B5E-7691-4729-AD67-6BB1902DC441}" type="sibTrans" cxnId="{C7FCD170-F0BE-4E1F-923B-D035A5C86805}">
      <dgm:prSet/>
      <dgm:spPr/>
      <dgm:t>
        <a:bodyPr/>
        <a:lstStyle/>
        <a:p>
          <a:endParaRPr lang="en-US"/>
        </a:p>
      </dgm:t>
    </dgm:pt>
    <dgm:pt modelId="{B3E4EE2C-8CF1-4475-B112-CEC968AB4733}">
      <dgm:prSet/>
      <dgm:spPr/>
      <dgm:t>
        <a:bodyPr/>
        <a:lstStyle/>
        <a:p>
          <a:r>
            <a:rPr lang="en-IN"/>
            <a:t>Bridge assets to the Instrument prototype (Lab R-05).</a:t>
          </a:r>
          <a:endParaRPr lang="en-US"/>
        </a:p>
      </dgm:t>
    </dgm:pt>
    <dgm:pt modelId="{C3402628-B072-4B06-8F8C-C71B628C5FF0}" type="parTrans" cxnId="{A86AF4AA-1349-4B93-8E0C-1C1A00D94B25}">
      <dgm:prSet/>
      <dgm:spPr/>
      <dgm:t>
        <a:bodyPr/>
        <a:lstStyle/>
        <a:p>
          <a:endParaRPr lang="en-US"/>
        </a:p>
      </dgm:t>
    </dgm:pt>
    <dgm:pt modelId="{87B56485-4E81-4115-9504-DE14283B1EC0}" type="sibTrans" cxnId="{A86AF4AA-1349-4B93-8E0C-1C1A00D94B25}">
      <dgm:prSet/>
      <dgm:spPr/>
      <dgm:t>
        <a:bodyPr/>
        <a:lstStyle/>
        <a:p>
          <a:endParaRPr lang="en-US"/>
        </a:p>
      </dgm:t>
    </dgm:pt>
    <dgm:pt modelId="{FBA6D0FA-CA6D-4E2E-A654-BA12A0DEA5D2}">
      <dgm:prSet/>
      <dgm:spPr/>
      <dgm:t>
        <a:bodyPr/>
        <a:lstStyle/>
        <a:p>
          <a:r>
            <a:rPr lang="en-IN"/>
            <a:t>Memoize the valuation math (Lab R-07).</a:t>
          </a:r>
          <a:endParaRPr lang="en-US"/>
        </a:p>
      </dgm:t>
    </dgm:pt>
    <dgm:pt modelId="{F1C92018-0FA0-4008-8742-545F7EE7E6E0}" type="parTrans" cxnId="{06AD9596-2572-462A-8968-441E8B5FF0EC}">
      <dgm:prSet/>
      <dgm:spPr/>
      <dgm:t>
        <a:bodyPr/>
        <a:lstStyle/>
        <a:p>
          <a:endParaRPr lang="en-US"/>
        </a:p>
      </dgm:t>
    </dgm:pt>
    <dgm:pt modelId="{FC5748F6-DD54-43A4-BF4A-214ACA142785}" type="sibTrans" cxnId="{06AD9596-2572-462A-8968-441E8B5FF0EC}">
      <dgm:prSet/>
      <dgm:spPr/>
      <dgm:t>
        <a:bodyPr/>
        <a:lstStyle/>
        <a:p>
          <a:endParaRPr lang="en-US"/>
        </a:p>
      </dgm:t>
    </dgm:pt>
    <dgm:pt modelId="{7C588F31-04B8-4B8C-A2BF-299F0795B237}">
      <dgm:prSet/>
      <dgm:spPr/>
      <dgm:t>
        <a:bodyPr/>
        <a:lstStyle/>
        <a:p>
          <a:r>
            <a:rPr lang="en-IN"/>
            <a:t>Execute trades via the 3-Step Handshake (Lab R-08).</a:t>
          </a:r>
          <a:endParaRPr lang="en-US"/>
        </a:p>
      </dgm:t>
    </dgm:pt>
    <dgm:pt modelId="{22CCF61E-6F5D-4E54-A419-AA734F4EA757}" type="parTrans" cxnId="{3BECB3EF-A4F5-4865-A7C6-A45AF7F9534D}">
      <dgm:prSet/>
      <dgm:spPr/>
      <dgm:t>
        <a:bodyPr/>
        <a:lstStyle/>
        <a:p>
          <a:endParaRPr lang="en-US"/>
        </a:p>
      </dgm:t>
    </dgm:pt>
    <dgm:pt modelId="{F74D07A9-2C05-49E0-B49E-000308FB0DD7}" type="sibTrans" cxnId="{3BECB3EF-A4F5-4865-A7C6-A45AF7F9534D}">
      <dgm:prSet/>
      <dgm:spPr/>
      <dgm:t>
        <a:bodyPr/>
        <a:lstStyle/>
        <a:p>
          <a:endParaRPr lang="en-US"/>
        </a:p>
      </dgm:t>
    </dgm:pt>
    <dgm:pt modelId="{E73E756C-0575-4484-B0D7-7EAD3B81E790}">
      <dgm:prSet/>
      <dgm:spPr/>
      <dgm:t>
        <a:bodyPr/>
        <a:lstStyle/>
        <a:p>
          <a:r>
            <a:rPr lang="en-IN"/>
            <a:t>Render the Desk Hierarchy (Lab R-09).</a:t>
          </a:r>
          <a:endParaRPr lang="en-US"/>
        </a:p>
      </dgm:t>
    </dgm:pt>
    <dgm:pt modelId="{491B5E8A-EBF8-437A-986F-E7DED9B24DDF}" type="parTrans" cxnId="{4DCD709B-2FB2-40C8-9983-7DF214D991C5}">
      <dgm:prSet/>
      <dgm:spPr/>
      <dgm:t>
        <a:bodyPr/>
        <a:lstStyle/>
        <a:p>
          <a:endParaRPr lang="en-US"/>
        </a:p>
      </dgm:t>
    </dgm:pt>
    <dgm:pt modelId="{8640C589-7573-42EA-AD74-5C489167ECD6}" type="sibTrans" cxnId="{4DCD709B-2FB2-40C8-9983-7DF214D991C5}">
      <dgm:prSet/>
      <dgm:spPr/>
      <dgm:t>
        <a:bodyPr/>
        <a:lstStyle/>
        <a:p>
          <a:endParaRPr lang="en-US"/>
        </a:p>
      </dgm:t>
    </dgm:pt>
    <dgm:pt modelId="{61A6B6A6-878A-4087-9C7C-818DFF6E5145}" type="pres">
      <dgm:prSet presAssocID="{4A884BBA-8875-40F6-9F11-19E3C0749DF9}" presName="Name0" presStyleCnt="0">
        <dgm:presLayoutVars>
          <dgm:dir/>
          <dgm:animLvl val="lvl"/>
          <dgm:resizeHandles val="exact"/>
        </dgm:presLayoutVars>
      </dgm:prSet>
      <dgm:spPr/>
    </dgm:pt>
    <dgm:pt modelId="{B3D9BDC2-8066-4653-99F8-6977E2B72C22}" type="pres">
      <dgm:prSet presAssocID="{A281D4B4-7B6E-46BC-A6ED-A1F6451A6910}" presName="linNode" presStyleCnt="0"/>
      <dgm:spPr/>
    </dgm:pt>
    <dgm:pt modelId="{9D600B99-186A-4709-82C6-C5BCF23A0CEF}" type="pres">
      <dgm:prSet presAssocID="{A281D4B4-7B6E-46BC-A6ED-A1F6451A6910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5C8133A6-9B2B-4246-9F32-E2054E77DC9F}" type="pres">
      <dgm:prSet presAssocID="{E7AD6648-2B12-40BB-948D-067D62C74FB0}" presName="sp" presStyleCnt="0"/>
      <dgm:spPr/>
    </dgm:pt>
    <dgm:pt modelId="{26EE6FFC-C82C-440D-BEE6-B3B322D37D27}" type="pres">
      <dgm:prSet presAssocID="{3CA972B6-0066-48C4-8F3F-2F207CE47452}" presName="linNode" presStyleCnt="0"/>
      <dgm:spPr/>
    </dgm:pt>
    <dgm:pt modelId="{32BC33F2-5DC3-47E3-8D83-82EC663F48A5}" type="pres">
      <dgm:prSet presAssocID="{3CA972B6-0066-48C4-8F3F-2F207CE47452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A2A79C22-D454-465B-B8D4-52B5878B6A3D}" type="pres">
      <dgm:prSet presAssocID="{65B70AE4-3727-418D-9BBC-5852D10B10C8}" presName="sp" presStyleCnt="0"/>
      <dgm:spPr/>
    </dgm:pt>
    <dgm:pt modelId="{8D11D257-1E81-429F-943A-8E2363D689D1}" type="pres">
      <dgm:prSet presAssocID="{F171942F-B043-41E2-A4ED-6760BBBB5663}" presName="linNode" presStyleCnt="0"/>
      <dgm:spPr/>
    </dgm:pt>
    <dgm:pt modelId="{3019EBF0-09F1-4507-9510-E944419DEB44}" type="pres">
      <dgm:prSet presAssocID="{F171942F-B043-41E2-A4ED-6760BBBB5663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97760E47-4EAF-417C-AC72-69E7987A021D}" type="pres">
      <dgm:prSet presAssocID="{93DCD50F-9156-4D78-A5DD-9FC17EDC7B54}" presName="sp" presStyleCnt="0"/>
      <dgm:spPr/>
    </dgm:pt>
    <dgm:pt modelId="{74BA4AC4-4A01-40AD-9D77-BCD5A67A6955}" type="pres">
      <dgm:prSet presAssocID="{15ABB1BF-0E96-4B2D-8BE3-BBFAFF42713E}" presName="linNode" presStyleCnt="0"/>
      <dgm:spPr/>
    </dgm:pt>
    <dgm:pt modelId="{DADF40A1-B391-45D7-897A-17F34A44F499}" type="pres">
      <dgm:prSet presAssocID="{15ABB1BF-0E96-4B2D-8BE3-BBFAFF42713E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09E73513-FBE5-4E63-AEF2-C51D5975B6B0}" type="pres">
      <dgm:prSet presAssocID="{C8AD2B5E-7691-4729-AD67-6BB1902DC441}" presName="sp" presStyleCnt="0"/>
      <dgm:spPr/>
    </dgm:pt>
    <dgm:pt modelId="{02E8CDD4-A426-4D30-8D35-47682CE58E65}" type="pres">
      <dgm:prSet presAssocID="{B3E4EE2C-8CF1-4475-B112-CEC968AB4733}" presName="linNode" presStyleCnt="0"/>
      <dgm:spPr/>
    </dgm:pt>
    <dgm:pt modelId="{B04BB4E9-7A9A-49AF-AAD3-D724230DC60A}" type="pres">
      <dgm:prSet presAssocID="{B3E4EE2C-8CF1-4475-B112-CEC968AB4733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6B0AB9DD-7789-4138-A075-A285F6314F41}" type="pres">
      <dgm:prSet presAssocID="{87B56485-4E81-4115-9504-DE14283B1EC0}" presName="sp" presStyleCnt="0"/>
      <dgm:spPr/>
    </dgm:pt>
    <dgm:pt modelId="{005AE8A9-25F3-454F-B83C-F078284CE97B}" type="pres">
      <dgm:prSet presAssocID="{FBA6D0FA-CA6D-4E2E-A654-BA12A0DEA5D2}" presName="linNode" presStyleCnt="0"/>
      <dgm:spPr/>
    </dgm:pt>
    <dgm:pt modelId="{9EEEDEDF-C0D2-4AA7-B3BE-EF325952F215}" type="pres">
      <dgm:prSet presAssocID="{FBA6D0FA-CA6D-4E2E-A654-BA12A0DEA5D2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AD74FF35-8CD0-470F-9E8B-21BFBE3C2CE9}" type="pres">
      <dgm:prSet presAssocID="{FC5748F6-DD54-43A4-BF4A-214ACA142785}" presName="sp" presStyleCnt="0"/>
      <dgm:spPr/>
    </dgm:pt>
    <dgm:pt modelId="{A841572F-C3DC-4D0D-AAD6-7D6426490830}" type="pres">
      <dgm:prSet presAssocID="{7C588F31-04B8-4B8C-A2BF-299F0795B237}" presName="linNode" presStyleCnt="0"/>
      <dgm:spPr/>
    </dgm:pt>
    <dgm:pt modelId="{7BB772E9-4EB4-4904-8676-C391FEC12E98}" type="pres">
      <dgm:prSet presAssocID="{7C588F31-04B8-4B8C-A2BF-299F0795B237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B90DA04C-8BFE-48AF-B5A4-71A09CCD978C}" type="pres">
      <dgm:prSet presAssocID="{F74D07A9-2C05-49E0-B49E-000308FB0DD7}" presName="sp" presStyleCnt="0"/>
      <dgm:spPr/>
    </dgm:pt>
    <dgm:pt modelId="{EC932C9B-8CA9-41C0-BAEA-3AA4937B0151}" type="pres">
      <dgm:prSet presAssocID="{E73E756C-0575-4484-B0D7-7EAD3B81E790}" presName="linNode" presStyleCnt="0"/>
      <dgm:spPr/>
    </dgm:pt>
    <dgm:pt modelId="{8722B1DB-7133-4836-A529-6EFCB2FE1C2C}" type="pres">
      <dgm:prSet presAssocID="{E73E756C-0575-4484-B0D7-7EAD3B81E790}" presName="parentText" presStyleLbl="node1" presStyleIdx="7" presStyleCnt="8">
        <dgm:presLayoutVars>
          <dgm:chMax val="1"/>
          <dgm:bulletEnabled val="1"/>
        </dgm:presLayoutVars>
      </dgm:prSet>
      <dgm:spPr/>
    </dgm:pt>
  </dgm:ptLst>
  <dgm:cxnLst>
    <dgm:cxn modelId="{8B2CEA0E-CC9E-4679-9A02-54E889D07B4B}" type="presOf" srcId="{B3E4EE2C-8CF1-4475-B112-CEC968AB4733}" destId="{B04BB4E9-7A9A-49AF-AAD3-D724230DC60A}" srcOrd="0" destOrd="0" presId="urn:microsoft.com/office/officeart/2005/8/layout/vList5"/>
    <dgm:cxn modelId="{F8B05D0F-00A9-4D9F-BE47-CBCB0698E6A4}" type="presOf" srcId="{E73E756C-0575-4484-B0D7-7EAD3B81E790}" destId="{8722B1DB-7133-4836-A529-6EFCB2FE1C2C}" srcOrd="0" destOrd="0" presId="urn:microsoft.com/office/officeart/2005/8/layout/vList5"/>
    <dgm:cxn modelId="{7732FF1A-94FD-4A08-8D25-4DAD8C0D48DA}" type="presOf" srcId="{A281D4B4-7B6E-46BC-A6ED-A1F6451A6910}" destId="{9D600B99-186A-4709-82C6-C5BCF23A0CEF}" srcOrd="0" destOrd="0" presId="urn:microsoft.com/office/officeart/2005/8/layout/vList5"/>
    <dgm:cxn modelId="{D48AA631-AF1E-4EC2-A6E3-5030B958FE59}" type="presOf" srcId="{15ABB1BF-0E96-4B2D-8BE3-BBFAFF42713E}" destId="{DADF40A1-B391-45D7-897A-17F34A44F499}" srcOrd="0" destOrd="0" presId="urn:microsoft.com/office/officeart/2005/8/layout/vList5"/>
    <dgm:cxn modelId="{51672336-3D1E-4AF7-9005-DC7986F0B75A}" type="presOf" srcId="{7C588F31-04B8-4B8C-A2BF-299F0795B237}" destId="{7BB772E9-4EB4-4904-8676-C391FEC12E98}" srcOrd="0" destOrd="0" presId="urn:microsoft.com/office/officeart/2005/8/layout/vList5"/>
    <dgm:cxn modelId="{C6464239-3F72-43A3-98D5-E7E6F56AC8CD}" type="presOf" srcId="{3CA972B6-0066-48C4-8F3F-2F207CE47452}" destId="{32BC33F2-5DC3-47E3-8D83-82EC663F48A5}" srcOrd="0" destOrd="0" presId="urn:microsoft.com/office/officeart/2005/8/layout/vList5"/>
    <dgm:cxn modelId="{C7FCD170-F0BE-4E1F-923B-D035A5C86805}" srcId="{4A884BBA-8875-40F6-9F11-19E3C0749DF9}" destId="{15ABB1BF-0E96-4B2D-8BE3-BBFAFF42713E}" srcOrd="3" destOrd="0" parTransId="{5BC2E9E0-20B8-4A01-829A-015248078E5E}" sibTransId="{C8AD2B5E-7691-4729-AD67-6BB1902DC441}"/>
    <dgm:cxn modelId="{27024D7A-147A-4327-8E6C-6D94DF4328E7}" srcId="{4A884BBA-8875-40F6-9F11-19E3C0749DF9}" destId="{A281D4B4-7B6E-46BC-A6ED-A1F6451A6910}" srcOrd="0" destOrd="0" parTransId="{56D823A0-D00D-4E8C-BA6E-3E06CA406994}" sibTransId="{E7AD6648-2B12-40BB-948D-067D62C74FB0}"/>
    <dgm:cxn modelId="{A5CA2791-0F6E-482B-BD39-664CDDE121F8}" srcId="{4A884BBA-8875-40F6-9F11-19E3C0749DF9}" destId="{3CA972B6-0066-48C4-8F3F-2F207CE47452}" srcOrd="1" destOrd="0" parTransId="{24B88258-BEB8-404A-972C-9E14B70316DE}" sibTransId="{65B70AE4-3727-418D-9BBC-5852D10B10C8}"/>
    <dgm:cxn modelId="{06AD9596-2572-462A-8968-441E8B5FF0EC}" srcId="{4A884BBA-8875-40F6-9F11-19E3C0749DF9}" destId="{FBA6D0FA-CA6D-4E2E-A654-BA12A0DEA5D2}" srcOrd="5" destOrd="0" parTransId="{F1C92018-0FA0-4008-8742-545F7EE7E6E0}" sibTransId="{FC5748F6-DD54-43A4-BF4A-214ACA142785}"/>
    <dgm:cxn modelId="{4DCD709B-2FB2-40C8-9983-7DF214D991C5}" srcId="{4A884BBA-8875-40F6-9F11-19E3C0749DF9}" destId="{E73E756C-0575-4484-B0D7-7EAD3B81E790}" srcOrd="7" destOrd="0" parTransId="{491B5E8A-EBF8-437A-986F-E7DED9B24DDF}" sibTransId="{8640C589-7573-42EA-AD74-5C489167ECD6}"/>
    <dgm:cxn modelId="{A86AF4AA-1349-4B93-8E0C-1C1A00D94B25}" srcId="{4A884BBA-8875-40F6-9F11-19E3C0749DF9}" destId="{B3E4EE2C-8CF1-4475-B112-CEC968AB4733}" srcOrd="4" destOrd="0" parTransId="{C3402628-B072-4B06-8F8C-C71B628C5FF0}" sibTransId="{87B56485-4E81-4115-9504-DE14283B1EC0}"/>
    <dgm:cxn modelId="{54A830B2-83BA-4EF2-8F12-CAA67C80F7D1}" type="presOf" srcId="{4A884BBA-8875-40F6-9F11-19E3C0749DF9}" destId="{61A6B6A6-878A-4087-9C7C-818DFF6E5145}" srcOrd="0" destOrd="0" presId="urn:microsoft.com/office/officeart/2005/8/layout/vList5"/>
    <dgm:cxn modelId="{A9C8CCB4-6A89-4F9B-BCCE-C155660D550C}" type="presOf" srcId="{FBA6D0FA-CA6D-4E2E-A654-BA12A0DEA5D2}" destId="{9EEEDEDF-C0D2-4AA7-B3BE-EF325952F215}" srcOrd="0" destOrd="0" presId="urn:microsoft.com/office/officeart/2005/8/layout/vList5"/>
    <dgm:cxn modelId="{7CB418B5-44A3-4284-A014-2D3CA953FE38}" type="presOf" srcId="{F171942F-B043-41E2-A4ED-6760BBBB5663}" destId="{3019EBF0-09F1-4507-9510-E944419DEB44}" srcOrd="0" destOrd="0" presId="urn:microsoft.com/office/officeart/2005/8/layout/vList5"/>
    <dgm:cxn modelId="{9EE9BFEE-FC3C-4B8B-8765-0DCC43E3F24D}" srcId="{4A884BBA-8875-40F6-9F11-19E3C0749DF9}" destId="{F171942F-B043-41E2-A4ED-6760BBBB5663}" srcOrd="2" destOrd="0" parTransId="{4945AA78-6C68-488E-979F-E8BF68A0F1E5}" sibTransId="{93DCD50F-9156-4D78-A5DD-9FC17EDC7B54}"/>
    <dgm:cxn modelId="{3BECB3EF-A4F5-4865-A7C6-A45AF7F9534D}" srcId="{4A884BBA-8875-40F6-9F11-19E3C0749DF9}" destId="{7C588F31-04B8-4B8C-A2BF-299F0795B237}" srcOrd="6" destOrd="0" parTransId="{22CCF61E-6F5D-4E54-A419-AA734F4EA757}" sibTransId="{F74D07A9-2C05-49E0-B49E-000308FB0DD7}"/>
    <dgm:cxn modelId="{36547A32-F8D5-46C2-8DD7-B042DD7E47D1}" type="presParOf" srcId="{61A6B6A6-878A-4087-9C7C-818DFF6E5145}" destId="{B3D9BDC2-8066-4653-99F8-6977E2B72C22}" srcOrd="0" destOrd="0" presId="urn:microsoft.com/office/officeart/2005/8/layout/vList5"/>
    <dgm:cxn modelId="{72B50375-5A80-4DDA-98CD-D884231435D2}" type="presParOf" srcId="{B3D9BDC2-8066-4653-99F8-6977E2B72C22}" destId="{9D600B99-186A-4709-82C6-C5BCF23A0CEF}" srcOrd="0" destOrd="0" presId="urn:microsoft.com/office/officeart/2005/8/layout/vList5"/>
    <dgm:cxn modelId="{D2C0CD12-B35A-4665-A436-639ADBE0103A}" type="presParOf" srcId="{61A6B6A6-878A-4087-9C7C-818DFF6E5145}" destId="{5C8133A6-9B2B-4246-9F32-E2054E77DC9F}" srcOrd="1" destOrd="0" presId="urn:microsoft.com/office/officeart/2005/8/layout/vList5"/>
    <dgm:cxn modelId="{DA3F4509-E84E-4090-B1F3-3CE512534194}" type="presParOf" srcId="{61A6B6A6-878A-4087-9C7C-818DFF6E5145}" destId="{26EE6FFC-C82C-440D-BEE6-B3B322D37D27}" srcOrd="2" destOrd="0" presId="urn:microsoft.com/office/officeart/2005/8/layout/vList5"/>
    <dgm:cxn modelId="{0D821D60-3C34-4267-921B-7E776CBBC2D5}" type="presParOf" srcId="{26EE6FFC-C82C-440D-BEE6-B3B322D37D27}" destId="{32BC33F2-5DC3-47E3-8D83-82EC663F48A5}" srcOrd="0" destOrd="0" presId="urn:microsoft.com/office/officeart/2005/8/layout/vList5"/>
    <dgm:cxn modelId="{5F1CE596-67F8-46D5-B5D4-EA1A0C0E8F14}" type="presParOf" srcId="{61A6B6A6-878A-4087-9C7C-818DFF6E5145}" destId="{A2A79C22-D454-465B-B8D4-52B5878B6A3D}" srcOrd="3" destOrd="0" presId="urn:microsoft.com/office/officeart/2005/8/layout/vList5"/>
    <dgm:cxn modelId="{3FF39630-DB14-42FB-9579-594C83797FEC}" type="presParOf" srcId="{61A6B6A6-878A-4087-9C7C-818DFF6E5145}" destId="{8D11D257-1E81-429F-943A-8E2363D689D1}" srcOrd="4" destOrd="0" presId="urn:microsoft.com/office/officeart/2005/8/layout/vList5"/>
    <dgm:cxn modelId="{6AA55285-BBD3-4B31-AA2A-8ACC4E64C482}" type="presParOf" srcId="{8D11D257-1E81-429F-943A-8E2363D689D1}" destId="{3019EBF0-09F1-4507-9510-E944419DEB44}" srcOrd="0" destOrd="0" presId="urn:microsoft.com/office/officeart/2005/8/layout/vList5"/>
    <dgm:cxn modelId="{D0717E1D-4DFF-404B-BE8F-000788717EA1}" type="presParOf" srcId="{61A6B6A6-878A-4087-9C7C-818DFF6E5145}" destId="{97760E47-4EAF-417C-AC72-69E7987A021D}" srcOrd="5" destOrd="0" presId="urn:microsoft.com/office/officeart/2005/8/layout/vList5"/>
    <dgm:cxn modelId="{E2758CEC-9BF3-4814-9004-6E8754910BF5}" type="presParOf" srcId="{61A6B6A6-878A-4087-9C7C-818DFF6E5145}" destId="{74BA4AC4-4A01-40AD-9D77-BCD5A67A6955}" srcOrd="6" destOrd="0" presId="urn:microsoft.com/office/officeart/2005/8/layout/vList5"/>
    <dgm:cxn modelId="{8818CD30-4D1C-4382-9BEC-346245A4DBA4}" type="presParOf" srcId="{74BA4AC4-4A01-40AD-9D77-BCD5A67A6955}" destId="{DADF40A1-B391-45D7-897A-17F34A44F499}" srcOrd="0" destOrd="0" presId="urn:microsoft.com/office/officeart/2005/8/layout/vList5"/>
    <dgm:cxn modelId="{216904A2-4B2B-4497-8C1E-A8FDDAF229E1}" type="presParOf" srcId="{61A6B6A6-878A-4087-9C7C-818DFF6E5145}" destId="{09E73513-FBE5-4E63-AEF2-C51D5975B6B0}" srcOrd="7" destOrd="0" presId="urn:microsoft.com/office/officeart/2005/8/layout/vList5"/>
    <dgm:cxn modelId="{E929C75F-029B-47DB-9614-B5A9B3AF639E}" type="presParOf" srcId="{61A6B6A6-878A-4087-9C7C-818DFF6E5145}" destId="{02E8CDD4-A426-4D30-8D35-47682CE58E65}" srcOrd="8" destOrd="0" presId="urn:microsoft.com/office/officeart/2005/8/layout/vList5"/>
    <dgm:cxn modelId="{51C0CED3-AEB4-476B-B30F-DB9DEA672885}" type="presParOf" srcId="{02E8CDD4-A426-4D30-8D35-47682CE58E65}" destId="{B04BB4E9-7A9A-49AF-AAD3-D724230DC60A}" srcOrd="0" destOrd="0" presId="urn:microsoft.com/office/officeart/2005/8/layout/vList5"/>
    <dgm:cxn modelId="{91D1F5EF-68D2-45B1-9642-B33FDA58D980}" type="presParOf" srcId="{61A6B6A6-878A-4087-9C7C-818DFF6E5145}" destId="{6B0AB9DD-7789-4138-A075-A285F6314F41}" srcOrd="9" destOrd="0" presId="urn:microsoft.com/office/officeart/2005/8/layout/vList5"/>
    <dgm:cxn modelId="{3691C777-E535-450F-8C6E-A3B78C8C8DDE}" type="presParOf" srcId="{61A6B6A6-878A-4087-9C7C-818DFF6E5145}" destId="{005AE8A9-25F3-454F-B83C-F078284CE97B}" srcOrd="10" destOrd="0" presId="urn:microsoft.com/office/officeart/2005/8/layout/vList5"/>
    <dgm:cxn modelId="{52342EFB-2F95-4DE9-A5C2-E3918E7917A7}" type="presParOf" srcId="{005AE8A9-25F3-454F-B83C-F078284CE97B}" destId="{9EEEDEDF-C0D2-4AA7-B3BE-EF325952F215}" srcOrd="0" destOrd="0" presId="urn:microsoft.com/office/officeart/2005/8/layout/vList5"/>
    <dgm:cxn modelId="{A2E24F90-23AB-4828-BF45-3175A824347A}" type="presParOf" srcId="{61A6B6A6-878A-4087-9C7C-818DFF6E5145}" destId="{AD74FF35-8CD0-470F-9E8B-21BFBE3C2CE9}" srcOrd="11" destOrd="0" presId="urn:microsoft.com/office/officeart/2005/8/layout/vList5"/>
    <dgm:cxn modelId="{00D9553C-E42D-4797-BFED-5F13B3D072BD}" type="presParOf" srcId="{61A6B6A6-878A-4087-9C7C-818DFF6E5145}" destId="{A841572F-C3DC-4D0D-AAD6-7D6426490830}" srcOrd="12" destOrd="0" presId="urn:microsoft.com/office/officeart/2005/8/layout/vList5"/>
    <dgm:cxn modelId="{FA06E312-C492-44EB-9520-313D6BB35438}" type="presParOf" srcId="{A841572F-C3DC-4D0D-AAD6-7D6426490830}" destId="{7BB772E9-4EB4-4904-8676-C391FEC12E98}" srcOrd="0" destOrd="0" presId="urn:microsoft.com/office/officeart/2005/8/layout/vList5"/>
    <dgm:cxn modelId="{475386FD-0C88-4919-9FF2-124FF14CF464}" type="presParOf" srcId="{61A6B6A6-878A-4087-9C7C-818DFF6E5145}" destId="{B90DA04C-8BFE-48AF-B5A4-71A09CCD978C}" srcOrd="13" destOrd="0" presId="urn:microsoft.com/office/officeart/2005/8/layout/vList5"/>
    <dgm:cxn modelId="{2C505AC0-0969-48A6-BF28-3109C202FACF}" type="presParOf" srcId="{61A6B6A6-878A-4087-9C7C-818DFF6E5145}" destId="{EC932C9B-8CA9-41C0-BAEA-3AA4937B0151}" srcOrd="14" destOrd="0" presId="urn:microsoft.com/office/officeart/2005/8/layout/vList5"/>
    <dgm:cxn modelId="{700F19D9-E8DE-4392-A236-8FEC5D645A5D}" type="presParOf" srcId="{EC932C9B-8CA9-41C0-BAEA-3AA4937B0151}" destId="{8722B1DB-7133-4836-A529-6EFCB2FE1C2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857A69-86BF-478B-B63A-87548AAEDA6E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C68A325-1C89-4630-A8C5-B22DBACBC325}">
      <dgm:prSet/>
      <dgm:spPr/>
      <dgm:t>
        <a:bodyPr/>
        <a:lstStyle/>
        <a:p>
          <a:r>
            <a:rPr lang="en-IN" dirty="0"/>
            <a:t>Ingestion: WebSocket delivers a nested "Market Snapshot."</a:t>
          </a:r>
          <a:endParaRPr lang="en-US" dirty="0"/>
        </a:p>
      </dgm:t>
    </dgm:pt>
    <dgm:pt modelId="{E22EF227-342C-4B0B-9EED-5790DB44977A}" type="parTrans" cxnId="{2BFC1D9F-786B-46C5-804F-EC33C04C27A0}">
      <dgm:prSet/>
      <dgm:spPr/>
      <dgm:t>
        <a:bodyPr/>
        <a:lstStyle/>
        <a:p>
          <a:endParaRPr lang="en-US"/>
        </a:p>
      </dgm:t>
    </dgm:pt>
    <dgm:pt modelId="{1FA276AC-3FC8-43AF-8296-D7F73FC4030E}" type="sibTrans" cxnId="{2BFC1D9F-786B-46C5-804F-EC33C04C27A0}">
      <dgm:prSet/>
      <dgm:spPr/>
      <dgm:t>
        <a:bodyPr/>
        <a:lstStyle/>
        <a:p>
          <a:endParaRPr lang="en-US"/>
        </a:p>
      </dgm:t>
    </dgm:pt>
    <dgm:pt modelId="{CD74171F-AC43-4CC4-A6DF-D822DFE36567}">
      <dgm:prSet/>
      <dgm:spPr/>
      <dgm:t>
        <a:bodyPr/>
        <a:lstStyle/>
        <a:p>
          <a:r>
            <a:rPr lang="en-IN"/>
            <a:t>Normalization: The Flattener rips the snapshot into a flat Map.</a:t>
          </a:r>
          <a:endParaRPr lang="en-US"/>
        </a:p>
      </dgm:t>
    </dgm:pt>
    <dgm:pt modelId="{D95116BA-F734-4461-AE1E-36E174DBA975}" type="parTrans" cxnId="{C806B99B-DE76-450A-A1E9-8A17EA3ADB64}">
      <dgm:prSet/>
      <dgm:spPr/>
      <dgm:t>
        <a:bodyPr/>
        <a:lstStyle/>
        <a:p>
          <a:endParaRPr lang="en-US"/>
        </a:p>
      </dgm:t>
    </dgm:pt>
    <dgm:pt modelId="{47EADB0A-104C-4D34-A9AA-609100EE59BE}" type="sibTrans" cxnId="{C806B99B-DE76-450A-A1E9-8A17EA3ADB64}">
      <dgm:prSet/>
      <dgm:spPr/>
      <dgm:t>
        <a:bodyPr/>
        <a:lstStyle/>
        <a:p>
          <a:endParaRPr lang="en-US"/>
        </a:p>
      </dgm:t>
    </dgm:pt>
    <dgm:pt modelId="{F17D75AC-6984-467A-AC4B-63165108C1B8}">
      <dgm:prSet/>
      <dgm:spPr/>
      <dgm:t>
        <a:bodyPr/>
        <a:lstStyle/>
        <a:p>
          <a:r>
            <a:rPr lang="en-IN"/>
            <a:t>Hydration: Object.setPrototypeOf attaches the "Financial Brains" to the data.</a:t>
          </a:r>
          <a:endParaRPr lang="en-US"/>
        </a:p>
      </dgm:t>
    </dgm:pt>
    <dgm:pt modelId="{2C8D1E4C-8113-405F-9F32-41611DFE5B2F}" type="parTrans" cxnId="{797B449B-9616-4820-ABCD-E266F8710747}">
      <dgm:prSet/>
      <dgm:spPr/>
      <dgm:t>
        <a:bodyPr/>
        <a:lstStyle/>
        <a:p>
          <a:endParaRPr lang="en-US"/>
        </a:p>
      </dgm:t>
    </dgm:pt>
    <dgm:pt modelId="{6453F82F-8A37-4B5A-BC29-E79DE00C7720}" type="sibTrans" cxnId="{797B449B-9616-4820-ABCD-E266F8710747}">
      <dgm:prSet/>
      <dgm:spPr/>
      <dgm:t>
        <a:bodyPr/>
        <a:lstStyle/>
        <a:p>
          <a:endParaRPr lang="en-US"/>
        </a:p>
      </dgm:t>
    </dgm:pt>
    <dgm:pt modelId="{ED4E6436-8C44-41C6-82D3-CDB3377B8CC8}">
      <dgm:prSet/>
      <dgm:spPr/>
      <dgm:t>
        <a:bodyPr/>
        <a:lstStyle/>
        <a:p>
          <a:r>
            <a:rPr lang="en-IN"/>
            <a:t>Reactivity: setDeep updates specific prices without a full re-render.</a:t>
          </a:r>
          <a:endParaRPr lang="en-US"/>
        </a:p>
      </dgm:t>
    </dgm:pt>
    <dgm:pt modelId="{C31F56F5-17B1-4878-BA83-4EE5E82A28A6}" type="parTrans" cxnId="{1A1AB03C-E33B-4AAE-A055-FEF8E14EE48A}">
      <dgm:prSet/>
      <dgm:spPr/>
      <dgm:t>
        <a:bodyPr/>
        <a:lstStyle/>
        <a:p>
          <a:endParaRPr lang="en-US"/>
        </a:p>
      </dgm:t>
    </dgm:pt>
    <dgm:pt modelId="{34C96350-CA5F-478E-BF3D-8F9241E6B24B}" type="sibTrans" cxnId="{1A1AB03C-E33B-4AAE-A055-FEF8E14EE48A}">
      <dgm:prSet/>
      <dgm:spPr/>
      <dgm:t>
        <a:bodyPr/>
        <a:lstStyle/>
        <a:p>
          <a:endParaRPr lang="en-US"/>
        </a:p>
      </dgm:t>
    </dgm:pt>
    <dgm:pt modelId="{DDA9B97D-9BB1-401E-BE5D-A8F6AAEEA9AF}">
      <dgm:prSet/>
      <dgm:spPr/>
      <dgm:t>
        <a:bodyPr/>
        <a:lstStyle/>
        <a:p>
          <a:r>
            <a:rPr lang="en-IN"/>
            <a:t>Execution: The Async Handshake handles the buy/sell button.</a:t>
          </a:r>
          <a:endParaRPr lang="en-US"/>
        </a:p>
      </dgm:t>
    </dgm:pt>
    <dgm:pt modelId="{4FBF9FCA-20A8-478C-8BB4-D0D57CE600E7}" type="parTrans" cxnId="{73B6A4FB-3060-4B6B-810D-025220D970EA}">
      <dgm:prSet/>
      <dgm:spPr/>
      <dgm:t>
        <a:bodyPr/>
        <a:lstStyle/>
        <a:p>
          <a:endParaRPr lang="en-US"/>
        </a:p>
      </dgm:t>
    </dgm:pt>
    <dgm:pt modelId="{239E9072-3441-41EB-A0F4-AD542FC9ABA6}" type="sibTrans" cxnId="{73B6A4FB-3060-4B6B-810D-025220D970EA}">
      <dgm:prSet/>
      <dgm:spPr/>
      <dgm:t>
        <a:bodyPr/>
        <a:lstStyle/>
        <a:p>
          <a:endParaRPr lang="en-US"/>
        </a:p>
      </dgm:t>
    </dgm:pt>
    <dgm:pt modelId="{86A0CC8E-4E61-4D1B-A200-D87A4756D26A}" type="pres">
      <dgm:prSet presAssocID="{46857A69-86BF-478B-B63A-87548AAEDA6E}" presName="diagram" presStyleCnt="0">
        <dgm:presLayoutVars>
          <dgm:dir/>
          <dgm:resizeHandles val="exact"/>
        </dgm:presLayoutVars>
      </dgm:prSet>
      <dgm:spPr/>
    </dgm:pt>
    <dgm:pt modelId="{663FA146-19BA-442B-8AB1-D7E5414AA160}" type="pres">
      <dgm:prSet presAssocID="{1C68A325-1C89-4630-A8C5-B22DBACBC325}" presName="node" presStyleLbl="node1" presStyleIdx="0" presStyleCnt="5">
        <dgm:presLayoutVars>
          <dgm:bulletEnabled val="1"/>
        </dgm:presLayoutVars>
      </dgm:prSet>
      <dgm:spPr/>
    </dgm:pt>
    <dgm:pt modelId="{F0C98E12-4DA0-4C99-9910-8FC3FB602EAD}" type="pres">
      <dgm:prSet presAssocID="{1FA276AC-3FC8-43AF-8296-D7F73FC4030E}" presName="sibTrans" presStyleLbl="sibTrans2D1" presStyleIdx="0" presStyleCnt="4"/>
      <dgm:spPr/>
    </dgm:pt>
    <dgm:pt modelId="{125371D1-06B2-4910-A874-5218A74CD119}" type="pres">
      <dgm:prSet presAssocID="{1FA276AC-3FC8-43AF-8296-D7F73FC4030E}" presName="connectorText" presStyleLbl="sibTrans2D1" presStyleIdx="0" presStyleCnt="4"/>
      <dgm:spPr/>
    </dgm:pt>
    <dgm:pt modelId="{E87E98ED-3EF2-4F26-9733-9D0B6F98DA89}" type="pres">
      <dgm:prSet presAssocID="{CD74171F-AC43-4CC4-A6DF-D822DFE36567}" presName="node" presStyleLbl="node1" presStyleIdx="1" presStyleCnt="5">
        <dgm:presLayoutVars>
          <dgm:bulletEnabled val="1"/>
        </dgm:presLayoutVars>
      </dgm:prSet>
      <dgm:spPr/>
    </dgm:pt>
    <dgm:pt modelId="{D4D63763-AD82-4A16-9BE9-BF426AC47167}" type="pres">
      <dgm:prSet presAssocID="{47EADB0A-104C-4D34-A9AA-609100EE59BE}" presName="sibTrans" presStyleLbl="sibTrans2D1" presStyleIdx="1" presStyleCnt="4"/>
      <dgm:spPr/>
    </dgm:pt>
    <dgm:pt modelId="{C300C7F0-2D46-4046-8EA1-50B2A299F98D}" type="pres">
      <dgm:prSet presAssocID="{47EADB0A-104C-4D34-A9AA-609100EE59BE}" presName="connectorText" presStyleLbl="sibTrans2D1" presStyleIdx="1" presStyleCnt="4"/>
      <dgm:spPr/>
    </dgm:pt>
    <dgm:pt modelId="{8F16D8CD-E64C-443B-823C-4B9AD45E6A4D}" type="pres">
      <dgm:prSet presAssocID="{F17D75AC-6984-467A-AC4B-63165108C1B8}" presName="node" presStyleLbl="node1" presStyleIdx="2" presStyleCnt="5">
        <dgm:presLayoutVars>
          <dgm:bulletEnabled val="1"/>
        </dgm:presLayoutVars>
      </dgm:prSet>
      <dgm:spPr/>
    </dgm:pt>
    <dgm:pt modelId="{F5E9F1E8-334F-44C5-B8AA-440C187B1CC8}" type="pres">
      <dgm:prSet presAssocID="{6453F82F-8A37-4B5A-BC29-E79DE00C7720}" presName="sibTrans" presStyleLbl="sibTrans2D1" presStyleIdx="2" presStyleCnt="4"/>
      <dgm:spPr/>
    </dgm:pt>
    <dgm:pt modelId="{7714FA4E-27B8-4DA7-AFA2-04019830F58B}" type="pres">
      <dgm:prSet presAssocID="{6453F82F-8A37-4B5A-BC29-E79DE00C7720}" presName="connectorText" presStyleLbl="sibTrans2D1" presStyleIdx="2" presStyleCnt="4"/>
      <dgm:spPr/>
    </dgm:pt>
    <dgm:pt modelId="{AC5E0E68-1AC7-45E5-A75D-40D8C0F1B19F}" type="pres">
      <dgm:prSet presAssocID="{ED4E6436-8C44-41C6-82D3-CDB3377B8CC8}" presName="node" presStyleLbl="node1" presStyleIdx="3" presStyleCnt="5">
        <dgm:presLayoutVars>
          <dgm:bulletEnabled val="1"/>
        </dgm:presLayoutVars>
      </dgm:prSet>
      <dgm:spPr/>
    </dgm:pt>
    <dgm:pt modelId="{DC524EF8-027F-4246-91AD-1CBF80F5F85A}" type="pres">
      <dgm:prSet presAssocID="{34C96350-CA5F-478E-BF3D-8F9241E6B24B}" presName="sibTrans" presStyleLbl="sibTrans2D1" presStyleIdx="3" presStyleCnt="4"/>
      <dgm:spPr/>
    </dgm:pt>
    <dgm:pt modelId="{16D85A93-2443-4113-A760-EFB64CDA50F2}" type="pres">
      <dgm:prSet presAssocID="{34C96350-CA5F-478E-BF3D-8F9241E6B24B}" presName="connectorText" presStyleLbl="sibTrans2D1" presStyleIdx="3" presStyleCnt="4"/>
      <dgm:spPr/>
    </dgm:pt>
    <dgm:pt modelId="{9BC49260-C375-4F72-975D-35D8C1A0CB9F}" type="pres">
      <dgm:prSet presAssocID="{DDA9B97D-9BB1-401E-BE5D-A8F6AAEEA9AF}" presName="node" presStyleLbl="node1" presStyleIdx="4" presStyleCnt="5">
        <dgm:presLayoutVars>
          <dgm:bulletEnabled val="1"/>
        </dgm:presLayoutVars>
      </dgm:prSet>
      <dgm:spPr/>
    </dgm:pt>
  </dgm:ptLst>
  <dgm:cxnLst>
    <dgm:cxn modelId="{47F0E106-0E8A-4901-B5A6-311B14481446}" type="presOf" srcId="{34C96350-CA5F-478E-BF3D-8F9241E6B24B}" destId="{DC524EF8-027F-4246-91AD-1CBF80F5F85A}" srcOrd="0" destOrd="0" presId="urn:microsoft.com/office/officeart/2005/8/layout/process5"/>
    <dgm:cxn modelId="{F3953225-49FF-4025-B032-DD83F8CFF766}" type="presOf" srcId="{1FA276AC-3FC8-43AF-8296-D7F73FC4030E}" destId="{F0C98E12-4DA0-4C99-9910-8FC3FB602EAD}" srcOrd="0" destOrd="0" presId="urn:microsoft.com/office/officeart/2005/8/layout/process5"/>
    <dgm:cxn modelId="{1A1AB03C-E33B-4AAE-A055-FEF8E14EE48A}" srcId="{46857A69-86BF-478B-B63A-87548AAEDA6E}" destId="{ED4E6436-8C44-41C6-82D3-CDB3377B8CC8}" srcOrd="3" destOrd="0" parTransId="{C31F56F5-17B1-4878-BA83-4EE5E82A28A6}" sibTransId="{34C96350-CA5F-478E-BF3D-8F9241E6B24B}"/>
    <dgm:cxn modelId="{384A0940-121F-4828-8BF4-DF268118CD61}" type="presOf" srcId="{34C96350-CA5F-478E-BF3D-8F9241E6B24B}" destId="{16D85A93-2443-4113-A760-EFB64CDA50F2}" srcOrd="1" destOrd="0" presId="urn:microsoft.com/office/officeart/2005/8/layout/process5"/>
    <dgm:cxn modelId="{BE2FB15D-1E9F-4FC7-9760-EC0B5280AF8A}" type="presOf" srcId="{6453F82F-8A37-4B5A-BC29-E79DE00C7720}" destId="{7714FA4E-27B8-4DA7-AFA2-04019830F58B}" srcOrd="1" destOrd="0" presId="urn:microsoft.com/office/officeart/2005/8/layout/process5"/>
    <dgm:cxn modelId="{019A094C-5BC1-40AA-8C3B-E276FFA2B4FF}" type="presOf" srcId="{1FA276AC-3FC8-43AF-8296-D7F73FC4030E}" destId="{125371D1-06B2-4910-A874-5218A74CD119}" srcOrd="1" destOrd="0" presId="urn:microsoft.com/office/officeart/2005/8/layout/process5"/>
    <dgm:cxn modelId="{7B619372-DF62-46CC-A963-AB530540AE86}" type="presOf" srcId="{6453F82F-8A37-4B5A-BC29-E79DE00C7720}" destId="{F5E9F1E8-334F-44C5-B8AA-440C187B1CC8}" srcOrd="0" destOrd="0" presId="urn:microsoft.com/office/officeart/2005/8/layout/process5"/>
    <dgm:cxn modelId="{3BF14079-B144-47E3-BE32-94495C2E295F}" type="presOf" srcId="{DDA9B97D-9BB1-401E-BE5D-A8F6AAEEA9AF}" destId="{9BC49260-C375-4F72-975D-35D8C1A0CB9F}" srcOrd="0" destOrd="0" presId="urn:microsoft.com/office/officeart/2005/8/layout/process5"/>
    <dgm:cxn modelId="{17A28E7E-B395-4C37-BA98-A978EB773D8F}" type="presOf" srcId="{1C68A325-1C89-4630-A8C5-B22DBACBC325}" destId="{663FA146-19BA-442B-8AB1-D7E5414AA160}" srcOrd="0" destOrd="0" presId="urn:microsoft.com/office/officeart/2005/8/layout/process5"/>
    <dgm:cxn modelId="{797B449B-9616-4820-ABCD-E266F8710747}" srcId="{46857A69-86BF-478B-B63A-87548AAEDA6E}" destId="{F17D75AC-6984-467A-AC4B-63165108C1B8}" srcOrd="2" destOrd="0" parTransId="{2C8D1E4C-8113-405F-9F32-41611DFE5B2F}" sibTransId="{6453F82F-8A37-4B5A-BC29-E79DE00C7720}"/>
    <dgm:cxn modelId="{C806B99B-DE76-450A-A1E9-8A17EA3ADB64}" srcId="{46857A69-86BF-478B-B63A-87548AAEDA6E}" destId="{CD74171F-AC43-4CC4-A6DF-D822DFE36567}" srcOrd="1" destOrd="0" parTransId="{D95116BA-F734-4461-AE1E-36E174DBA975}" sibTransId="{47EADB0A-104C-4D34-A9AA-609100EE59BE}"/>
    <dgm:cxn modelId="{2BFC1D9F-786B-46C5-804F-EC33C04C27A0}" srcId="{46857A69-86BF-478B-B63A-87548AAEDA6E}" destId="{1C68A325-1C89-4630-A8C5-B22DBACBC325}" srcOrd="0" destOrd="0" parTransId="{E22EF227-342C-4B0B-9EED-5790DB44977A}" sibTransId="{1FA276AC-3FC8-43AF-8296-D7F73FC4030E}"/>
    <dgm:cxn modelId="{B9FC93A7-B52E-406B-AE01-CA044275A3DC}" type="presOf" srcId="{CD74171F-AC43-4CC4-A6DF-D822DFE36567}" destId="{E87E98ED-3EF2-4F26-9733-9D0B6F98DA89}" srcOrd="0" destOrd="0" presId="urn:microsoft.com/office/officeart/2005/8/layout/process5"/>
    <dgm:cxn modelId="{BB94C8BF-B079-4F22-A1CA-29ACBBEE5CA2}" type="presOf" srcId="{ED4E6436-8C44-41C6-82D3-CDB3377B8CC8}" destId="{AC5E0E68-1AC7-45E5-A75D-40D8C0F1B19F}" srcOrd="0" destOrd="0" presId="urn:microsoft.com/office/officeart/2005/8/layout/process5"/>
    <dgm:cxn modelId="{F0E089C3-E0DF-4322-AEB4-A9C9A27E9414}" type="presOf" srcId="{47EADB0A-104C-4D34-A9AA-609100EE59BE}" destId="{D4D63763-AD82-4A16-9BE9-BF426AC47167}" srcOrd="0" destOrd="0" presId="urn:microsoft.com/office/officeart/2005/8/layout/process5"/>
    <dgm:cxn modelId="{9B2DF9D8-F9A4-46F0-A106-9680CF86E164}" type="presOf" srcId="{46857A69-86BF-478B-B63A-87548AAEDA6E}" destId="{86A0CC8E-4E61-4D1B-A200-D87A4756D26A}" srcOrd="0" destOrd="0" presId="urn:microsoft.com/office/officeart/2005/8/layout/process5"/>
    <dgm:cxn modelId="{EA3CD1EC-7CAC-483D-AF6F-D5142B410D5E}" type="presOf" srcId="{47EADB0A-104C-4D34-A9AA-609100EE59BE}" destId="{C300C7F0-2D46-4046-8EA1-50B2A299F98D}" srcOrd="1" destOrd="0" presId="urn:microsoft.com/office/officeart/2005/8/layout/process5"/>
    <dgm:cxn modelId="{AB5689F3-9CA2-42DA-A54B-D34ED091908C}" type="presOf" srcId="{F17D75AC-6984-467A-AC4B-63165108C1B8}" destId="{8F16D8CD-E64C-443B-823C-4B9AD45E6A4D}" srcOrd="0" destOrd="0" presId="urn:microsoft.com/office/officeart/2005/8/layout/process5"/>
    <dgm:cxn modelId="{73B6A4FB-3060-4B6B-810D-025220D970EA}" srcId="{46857A69-86BF-478B-B63A-87548AAEDA6E}" destId="{DDA9B97D-9BB1-401E-BE5D-A8F6AAEEA9AF}" srcOrd="4" destOrd="0" parTransId="{4FBF9FCA-20A8-478C-8BB4-D0D57CE600E7}" sibTransId="{239E9072-3441-41EB-A0F4-AD542FC9ABA6}"/>
    <dgm:cxn modelId="{D41F0322-CFCE-43F6-9413-7222AECEDE63}" type="presParOf" srcId="{86A0CC8E-4E61-4D1B-A200-D87A4756D26A}" destId="{663FA146-19BA-442B-8AB1-D7E5414AA160}" srcOrd="0" destOrd="0" presId="urn:microsoft.com/office/officeart/2005/8/layout/process5"/>
    <dgm:cxn modelId="{AADB0702-CF3A-44F3-8C0B-0B9AB768F9BC}" type="presParOf" srcId="{86A0CC8E-4E61-4D1B-A200-D87A4756D26A}" destId="{F0C98E12-4DA0-4C99-9910-8FC3FB602EAD}" srcOrd="1" destOrd="0" presId="urn:microsoft.com/office/officeart/2005/8/layout/process5"/>
    <dgm:cxn modelId="{575D63D9-E7D2-41E3-BE4C-6F0F2F4A9D84}" type="presParOf" srcId="{F0C98E12-4DA0-4C99-9910-8FC3FB602EAD}" destId="{125371D1-06B2-4910-A874-5218A74CD119}" srcOrd="0" destOrd="0" presId="urn:microsoft.com/office/officeart/2005/8/layout/process5"/>
    <dgm:cxn modelId="{4D56FDE1-E880-45B8-BADB-6F25BF69A35C}" type="presParOf" srcId="{86A0CC8E-4E61-4D1B-A200-D87A4756D26A}" destId="{E87E98ED-3EF2-4F26-9733-9D0B6F98DA89}" srcOrd="2" destOrd="0" presId="urn:microsoft.com/office/officeart/2005/8/layout/process5"/>
    <dgm:cxn modelId="{C1BF0F4B-8592-4C0E-8F1C-117032774804}" type="presParOf" srcId="{86A0CC8E-4E61-4D1B-A200-D87A4756D26A}" destId="{D4D63763-AD82-4A16-9BE9-BF426AC47167}" srcOrd="3" destOrd="0" presId="urn:microsoft.com/office/officeart/2005/8/layout/process5"/>
    <dgm:cxn modelId="{0DE7233B-A6E5-45D5-BC6B-0C9DCECC4949}" type="presParOf" srcId="{D4D63763-AD82-4A16-9BE9-BF426AC47167}" destId="{C300C7F0-2D46-4046-8EA1-50B2A299F98D}" srcOrd="0" destOrd="0" presId="urn:microsoft.com/office/officeart/2005/8/layout/process5"/>
    <dgm:cxn modelId="{B2635857-8819-4BEE-8E55-FE6AB3FB418A}" type="presParOf" srcId="{86A0CC8E-4E61-4D1B-A200-D87A4756D26A}" destId="{8F16D8CD-E64C-443B-823C-4B9AD45E6A4D}" srcOrd="4" destOrd="0" presId="urn:microsoft.com/office/officeart/2005/8/layout/process5"/>
    <dgm:cxn modelId="{78A8C5D2-C16B-4F01-87B3-627E4235B786}" type="presParOf" srcId="{86A0CC8E-4E61-4D1B-A200-D87A4756D26A}" destId="{F5E9F1E8-334F-44C5-B8AA-440C187B1CC8}" srcOrd="5" destOrd="0" presId="urn:microsoft.com/office/officeart/2005/8/layout/process5"/>
    <dgm:cxn modelId="{CC9E0635-9A54-43C3-A374-C0CC6A48A1A0}" type="presParOf" srcId="{F5E9F1E8-334F-44C5-B8AA-440C187B1CC8}" destId="{7714FA4E-27B8-4DA7-AFA2-04019830F58B}" srcOrd="0" destOrd="0" presId="urn:microsoft.com/office/officeart/2005/8/layout/process5"/>
    <dgm:cxn modelId="{48E99F36-8CE0-46DD-BD2F-29D01E7B605F}" type="presParOf" srcId="{86A0CC8E-4E61-4D1B-A200-D87A4756D26A}" destId="{AC5E0E68-1AC7-45E5-A75D-40D8C0F1B19F}" srcOrd="6" destOrd="0" presId="urn:microsoft.com/office/officeart/2005/8/layout/process5"/>
    <dgm:cxn modelId="{AA000D0E-FD10-41A1-B181-2ACCC94F3877}" type="presParOf" srcId="{86A0CC8E-4E61-4D1B-A200-D87A4756D26A}" destId="{DC524EF8-027F-4246-91AD-1CBF80F5F85A}" srcOrd="7" destOrd="0" presId="urn:microsoft.com/office/officeart/2005/8/layout/process5"/>
    <dgm:cxn modelId="{1920AC2E-A717-4888-A9AF-871C032A5FB9}" type="presParOf" srcId="{DC524EF8-027F-4246-91AD-1CBF80F5F85A}" destId="{16D85A93-2443-4113-A760-EFB64CDA50F2}" srcOrd="0" destOrd="0" presId="urn:microsoft.com/office/officeart/2005/8/layout/process5"/>
    <dgm:cxn modelId="{B13D5621-DFB8-4D6E-B148-C139947AE94C}" type="presParOf" srcId="{86A0CC8E-4E61-4D1B-A200-D87A4756D26A}" destId="{9BC49260-C375-4F72-975D-35D8C1A0CB9F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492664-B33C-447C-A56F-62BDE9ABE56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DC7783F-0706-4008-A03A-08275F3FEA3D}">
      <dgm:prSet/>
      <dgm:spPr/>
      <dgm:t>
        <a:bodyPr/>
        <a:lstStyle/>
        <a:p>
          <a:r>
            <a:rPr lang="en-IN"/>
            <a:t>Objective: Chain initiate() -&gt; validate() -&gt; confirm() using Pure Promises.</a:t>
          </a:r>
          <a:endParaRPr lang="en-US"/>
        </a:p>
      </dgm:t>
    </dgm:pt>
    <dgm:pt modelId="{839363A1-3AE7-4A27-9670-5B66A9DA4F51}" type="parTrans" cxnId="{F6D705C9-FB5F-4CFA-8897-D96455B06218}">
      <dgm:prSet/>
      <dgm:spPr/>
      <dgm:t>
        <a:bodyPr/>
        <a:lstStyle/>
        <a:p>
          <a:endParaRPr lang="en-US"/>
        </a:p>
      </dgm:t>
    </dgm:pt>
    <dgm:pt modelId="{ABD40898-6AF0-43DE-B213-8AE64E631F4C}" type="sibTrans" cxnId="{F6D705C9-FB5F-4CFA-8897-D96455B06218}">
      <dgm:prSet/>
      <dgm:spPr/>
      <dgm:t>
        <a:bodyPr/>
        <a:lstStyle/>
        <a:p>
          <a:endParaRPr lang="en-US"/>
        </a:p>
      </dgm:t>
    </dgm:pt>
    <dgm:pt modelId="{F168A346-411B-4B8B-A7FF-738208FAB63A}">
      <dgm:prSet/>
      <dgm:spPr/>
      <dgm:t>
        <a:bodyPr/>
        <a:lstStyle/>
        <a:p>
          <a:r>
            <a:rPr lang="en-IN"/>
            <a:t>The Engineering Trick: Error Propagation. If 'Validate' fails, 'Confirm' should never run.</a:t>
          </a:r>
          <a:endParaRPr lang="en-US"/>
        </a:p>
      </dgm:t>
    </dgm:pt>
    <dgm:pt modelId="{19A70559-3B2C-4AAF-9574-E42D2EE1C26B}" type="parTrans" cxnId="{A44D155E-6EEB-4EC3-8668-35DFE0173E70}">
      <dgm:prSet/>
      <dgm:spPr/>
      <dgm:t>
        <a:bodyPr/>
        <a:lstStyle/>
        <a:p>
          <a:endParaRPr lang="en-US"/>
        </a:p>
      </dgm:t>
    </dgm:pt>
    <dgm:pt modelId="{246EBC87-24EB-4040-8A61-0B33CBA1D413}" type="sibTrans" cxnId="{A44D155E-6EEB-4EC3-8668-35DFE0173E70}">
      <dgm:prSet/>
      <dgm:spPr/>
      <dgm:t>
        <a:bodyPr/>
        <a:lstStyle/>
        <a:p>
          <a:endParaRPr lang="en-US"/>
        </a:p>
      </dgm:t>
    </dgm:pt>
    <dgm:pt modelId="{1F14DE34-CC9D-42F6-BEB2-F3F67A7D5559}">
      <dgm:prSet/>
      <dgm:spPr/>
      <dgm:t>
        <a:bodyPr/>
        <a:lstStyle/>
        <a:p>
          <a:r>
            <a:rPr lang="en-IN"/>
            <a:t>The Closure Connection: Using closures to keep the tradeId accessible through the entire chain without using global variables.</a:t>
          </a:r>
          <a:endParaRPr lang="en-US"/>
        </a:p>
      </dgm:t>
    </dgm:pt>
    <dgm:pt modelId="{1A153BAD-A61A-4A05-BECF-B96F96B65C7E}" type="parTrans" cxnId="{160A5274-910C-40D9-8ABA-C048948BBA06}">
      <dgm:prSet/>
      <dgm:spPr/>
      <dgm:t>
        <a:bodyPr/>
        <a:lstStyle/>
        <a:p>
          <a:endParaRPr lang="en-US"/>
        </a:p>
      </dgm:t>
    </dgm:pt>
    <dgm:pt modelId="{D721774A-E74F-4D54-8659-ABDF22E68D2E}" type="sibTrans" cxnId="{160A5274-910C-40D9-8ABA-C048948BBA06}">
      <dgm:prSet/>
      <dgm:spPr/>
      <dgm:t>
        <a:bodyPr/>
        <a:lstStyle/>
        <a:p>
          <a:endParaRPr lang="en-US"/>
        </a:p>
      </dgm:t>
    </dgm:pt>
    <dgm:pt modelId="{2EA15C11-9257-41DB-BE27-F9BE604F112A}" type="pres">
      <dgm:prSet presAssocID="{94492664-B33C-447C-A56F-62BDE9ABE56F}" presName="outerComposite" presStyleCnt="0">
        <dgm:presLayoutVars>
          <dgm:chMax val="5"/>
          <dgm:dir/>
          <dgm:resizeHandles val="exact"/>
        </dgm:presLayoutVars>
      </dgm:prSet>
      <dgm:spPr/>
    </dgm:pt>
    <dgm:pt modelId="{CFB3457D-221D-4492-AE50-C40675D87900}" type="pres">
      <dgm:prSet presAssocID="{94492664-B33C-447C-A56F-62BDE9ABE56F}" presName="dummyMaxCanvas" presStyleCnt="0">
        <dgm:presLayoutVars/>
      </dgm:prSet>
      <dgm:spPr/>
    </dgm:pt>
    <dgm:pt modelId="{EBFCE1D4-CD46-438D-AAED-15E1051CA50E}" type="pres">
      <dgm:prSet presAssocID="{94492664-B33C-447C-A56F-62BDE9ABE56F}" presName="ThreeNodes_1" presStyleLbl="node1" presStyleIdx="0" presStyleCnt="3">
        <dgm:presLayoutVars>
          <dgm:bulletEnabled val="1"/>
        </dgm:presLayoutVars>
      </dgm:prSet>
      <dgm:spPr/>
    </dgm:pt>
    <dgm:pt modelId="{372C003A-75C6-4728-8C3A-B93C5EBF5E4C}" type="pres">
      <dgm:prSet presAssocID="{94492664-B33C-447C-A56F-62BDE9ABE56F}" presName="ThreeNodes_2" presStyleLbl="node1" presStyleIdx="1" presStyleCnt="3">
        <dgm:presLayoutVars>
          <dgm:bulletEnabled val="1"/>
        </dgm:presLayoutVars>
      </dgm:prSet>
      <dgm:spPr/>
    </dgm:pt>
    <dgm:pt modelId="{6B1E41F7-63E3-4AC7-AB8C-27298E289678}" type="pres">
      <dgm:prSet presAssocID="{94492664-B33C-447C-A56F-62BDE9ABE56F}" presName="ThreeNodes_3" presStyleLbl="node1" presStyleIdx="2" presStyleCnt="3">
        <dgm:presLayoutVars>
          <dgm:bulletEnabled val="1"/>
        </dgm:presLayoutVars>
      </dgm:prSet>
      <dgm:spPr/>
    </dgm:pt>
    <dgm:pt modelId="{B949DF35-BED2-4C03-902A-B947850EF948}" type="pres">
      <dgm:prSet presAssocID="{94492664-B33C-447C-A56F-62BDE9ABE56F}" presName="ThreeConn_1-2" presStyleLbl="fgAccFollowNode1" presStyleIdx="0" presStyleCnt="2">
        <dgm:presLayoutVars>
          <dgm:bulletEnabled val="1"/>
        </dgm:presLayoutVars>
      </dgm:prSet>
      <dgm:spPr/>
    </dgm:pt>
    <dgm:pt modelId="{686C2022-83A7-45E1-BD9F-023FFCB59F01}" type="pres">
      <dgm:prSet presAssocID="{94492664-B33C-447C-A56F-62BDE9ABE56F}" presName="ThreeConn_2-3" presStyleLbl="fgAccFollowNode1" presStyleIdx="1" presStyleCnt="2">
        <dgm:presLayoutVars>
          <dgm:bulletEnabled val="1"/>
        </dgm:presLayoutVars>
      </dgm:prSet>
      <dgm:spPr/>
    </dgm:pt>
    <dgm:pt modelId="{39F43D29-C172-4E1D-A35B-ADCC1F268912}" type="pres">
      <dgm:prSet presAssocID="{94492664-B33C-447C-A56F-62BDE9ABE56F}" presName="ThreeNodes_1_text" presStyleLbl="node1" presStyleIdx="2" presStyleCnt="3">
        <dgm:presLayoutVars>
          <dgm:bulletEnabled val="1"/>
        </dgm:presLayoutVars>
      </dgm:prSet>
      <dgm:spPr/>
    </dgm:pt>
    <dgm:pt modelId="{D04AB1F8-6D16-410A-8701-E83FA0FAC817}" type="pres">
      <dgm:prSet presAssocID="{94492664-B33C-447C-A56F-62BDE9ABE56F}" presName="ThreeNodes_2_text" presStyleLbl="node1" presStyleIdx="2" presStyleCnt="3">
        <dgm:presLayoutVars>
          <dgm:bulletEnabled val="1"/>
        </dgm:presLayoutVars>
      </dgm:prSet>
      <dgm:spPr/>
    </dgm:pt>
    <dgm:pt modelId="{C675E188-624F-408F-A894-B971DD46BCCA}" type="pres">
      <dgm:prSet presAssocID="{94492664-B33C-447C-A56F-62BDE9ABE56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E7C7700-0F73-4946-A2F5-1C1B65D25F79}" type="presOf" srcId="{ABD40898-6AF0-43DE-B213-8AE64E631F4C}" destId="{B949DF35-BED2-4C03-902A-B947850EF948}" srcOrd="0" destOrd="0" presId="urn:microsoft.com/office/officeart/2005/8/layout/vProcess5"/>
    <dgm:cxn modelId="{A44D155E-6EEB-4EC3-8668-35DFE0173E70}" srcId="{94492664-B33C-447C-A56F-62BDE9ABE56F}" destId="{F168A346-411B-4B8B-A7FF-738208FAB63A}" srcOrd="1" destOrd="0" parTransId="{19A70559-3B2C-4AAF-9574-E42D2EE1C26B}" sibTransId="{246EBC87-24EB-4040-8A61-0B33CBA1D413}"/>
    <dgm:cxn modelId="{9301294C-0567-4597-A2D5-4A7AC86E67EC}" type="presOf" srcId="{5DC7783F-0706-4008-A03A-08275F3FEA3D}" destId="{EBFCE1D4-CD46-438D-AAED-15E1051CA50E}" srcOrd="0" destOrd="0" presId="urn:microsoft.com/office/officeart/2005/8/layout/vProcess5"/>
    <dgm:cxn modelId="{160A5274-910C-40D9-8ABA-C048948BBA06}" srcId="{94492664-B33C-447C-A56F-62BDE9ABE56F}" destId="{1F14DE34-CC9D-42F6-BEB2-F3F67A7D5559}" srcOrd="2" destOrd="0" parTransId="{1A153BAD-A61A-4A05-BECF-B96F96B65C7E}" sibTransId="{D721774A-E74F-4D54-8659-ABDF22E68D2E}"/>
    <dgm:cxn modelId="{B872097C-79CF-413D-9C7F-2180CC043611}" type="presOf" srcId="{1F14DE34-CC9D-42F6-BEB2-F3F67A7D5559}" destId="{C675E188-624F-408F-A894-B971DD46BCCA}" srcOrd="1" destOrd="0" presId="urn:microsoft.com/office/officeart/2005/8/layout/vProcess5"/>
    <dgm:cxn modelId="{8906B389-7AEF-4C3C-B960-1BB0D754B007}" type="presOf" srcId="{246EBC87-24EB-4040-8A61-0B33CBA1D413}" destId="{686C2022-83A7-45E1-BD9F-023FFCB59F01}" srcOrd="0" destOrd="0" presId="urn:microsoft.com/office/officeart/2005/8/layout/vProcess5"/>
    <dgm:cxn modelId="{B6FBB3B6-EBF1-4411-994A-66C354E20008}" type="presOf" srcId="{F168A346-411B-4B8B-A7FF-738208FAB63A}" destId="{372C003A-75C6-4728-8C3A-B93C5EBF5E4C}" srcOrd="0" destOrd="0" presId="urn:microsoft.com/office/officeart/2005/8/layout/vProcess5"/>
    <dgm:cxn modelId="{9D663CC0-3593-47CC-A894-8A2D9E673D40}" type="presOf" srcId="{1F14DE34-CC9D-42F6-BEB2-F3F67A7D5559}" destId="{6B1E41F7-63E3-4AC7-AB8C-27298E289678}" srcOrd="0" destOrd="0" presId="urn:microsoft.com/office/officeart/2005/8/layout/vProcess5"/>
    <dgm:cxn modelId="{63EFF8C3-009F-4DE9-8B3C-0C22E7A2932F}" type="presOf" srcId="{5DC7783F-0706-4008-A03A-08275F3FEA3D}" destId="{39F43D29-C172-4E1D-A35B-ADCC1F268912}" srcOrd="1" destOrd="0" presId="urn:microsoft.com/office/officeart/2005/8/layout/vProcess5"/>
    <dgm:cxn modelId="{F6D705C9-FB5F-4CFA-8897-D96455B06218}" srcId="{94492664-B33C-447C-A56F-62BDE9ABE56F}" destId="{5DC7783F-0706-4008-A03A-08275F3FEA3D}" srcOrd="0" destOrd="0" parTransId="{839363A1-3AE7-4A27-9670-5B66A9DA4F51}" sibTransId="{ABD40898-6AF0-43DE-B213-8AE64E631F4C}"/>
    <dgm:cxn modelId="{06B6E7EB-76B9-41C6-A710-088F6537626D}" type="presOf" srcId="{F168A346-411B-4B8B-A7FF-738208FAB63A}" destId="{D04AB1F8-6D16-410A-8701-E83FA0FAC817}" srcOrd="1" destOrd="0" presId="urn:microsoft.com/office/officeart/2005/8/layout/vProcess5"/>
    <dgm:cxn modelId="{D14132F4-6A49-4E92-BECB-75C3EAB9A28A}" type="presOf" srcId="{94492664-B33C-447C-A56F-62BDE9ABE56F}" destId="{2EA15C11-9257-41DB-BE27-F9BE604F112A}" srcOrd="0" destOrd="0" presId="urn:microsoft.com/office/officeart/2005/8/layout/vProcess5"/>
    <dgm:cxn modelId="{EB280091-A539-4DC4-B15D-32E9174F036D}" type="presParOf" srcId="{2EA15C11-9257-41DB-BE27-F9BE604F112A}" destId="{CFB3457D-221D-4492-AE50-C40675D87900}" srcOrd="0" destOrd="0" presId="urn:microsoft.com/office/officeart/2005/8/layout/vProcess5"/>
    <dgm:cxn modelId="{7E8610D0-4794-4228-8D5F-DCA5F671DD2A}" type="presParOf" srcId="{2EA15C11-9257-41DB-BE27-F9BE604F112A}" destId="{EBFCE1D4-CD46-438D-AAED-15E1051CA50E}" srcOrd="1" destOrd="0" presId="urn:microsoft.com/office/officeart/2005/8/layout/vProcess5"/>
    <dgm:cxn modelId="{89C6C912-3818-4BFB-8236-33726D090306}" type="presParOf" srcId="{2EA15C11-9257-41DB-BE27-F9BE604F112A}" destId="{372C003A-75C6-4728-8C3A-B93C5EBF5E4C}" srcOrd="2" destOrd="0" presId="urn:microsoft.com/office/officeart/2005/8/layout/vProcess5"/>
    <dgm:cxn modelId="{62A33EC8-6A2C-490E-A19E-E44917E7EB23}" type="presParOf" srcId="{2EA15C11-9257-41DB-BE27-F9BE604F112A}" destId="{6B1E41F7-63E3-4AC7-AB8C-27298E289678}" srcOrd="3" destOrd="0" presId="urn:microsoft.com/office/officeart/2005/8/layout/vProcess5"/>
    <dgm:cxn modelId="{64492B2F-C84B-4B27-B9F8-1B305E154E74}" type="presParOf" srcId="{2EA15C11-9257-41DB-BE27-F9BE604F112A}" destId="{B949DF35-BED2-4C03-902A-B947850EF948}" srcOrd="4" destOrd="0" presId="urn:microsoft.com/office/officeart/2005/8/layout/vProcess5"/>
    <dgm:cxn modelId="{9FBDA0B7-E5CC-490D-A680-F2DD8555234B}" type="presParOf" srcId="{2EA15C11-9257-41DB-BE27-F9BE604F112A}" destId="{686C2022-83A7-45E1-BD9F-023FFCB59F01}" srcOrd="5" destOrd="0" presId="urn:microsoft.com/office/officeart/2005/8/layout/vProcess5"/>
    <dgm:cxn modelId="{79072B6C-A2C4-4A18-92A2-73CE4C035C63}" type="presParOf" srcId="{2EA15C11-9257-41DB-BE27-F9BE604F112A}" destId="{39F43D29-C172-4E1D-A35B-ADCC1F268912}" srcOrd="6" destOrd="0" presId="urn:microsoft.com/office/officeart/2005/8/layout/vProcess5"/>
    <dgm:cxn modelId="{32C64984-EE4E-45D0-AA71-3B493F33FB7D}" type="presParOf" srcId="{2EA15C11-9257-41DB-BE27-F9BE604F112A}" destId="{D04AB1F8-6D16-410A-8701-E83FA0FAC817}" srcOrd="7" destOrd="0" presId="urn:microsoft.com/office/officeart/2005/8/layout/vProcess5"/>
    <dgm:cxn modelId="{1773B0F5-DA6A-44C6-8BAE-2634934C2FDD}" type="presParOf" srcId="{2EA15C11-9257-41DB-BE27-F9BE604F112A}" destId="{C675E188-624F-408F-A894-B971DD46BCC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600B99-186A-4709-82C6-C5BCF23A0CEF}">
      <dsp:nvSpPr>
        <dsp:cNvPr id="0" name=""/>
        <dsp:cNvSpPr/>
      </dsp:nvSpPr>
      <dsp:spPr>
        <a:xfrm>
          <a:off x="3077802" y="183"/>
          <a:ext cx="3462527" cy="554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The Mission: Build a reactive dashboard engine that processes a "Firehose" of 5,000+ assets.</a:t>
          </a:r>
          <a:endParaRPr lang="en-US" sz="1200" kern="1200"/>
        </a:p>
      </dsp:txBody>
      <dsp:txXfrm>
        <a:off x="3104885" y="27266"/>
        <a:ext cx="3408361" cy="500634"/>
      </dsp:txXfrm>
    </dsp:sp>
    <dsp:sp modelId="{32BC33F2-5DC3-47E3-8D83-82EC663F48A5}">
      <dsp:nvSpPr>
        <dsp:cNvPr id="0" name=""/>
        <dsp:cNvSpPr/>
      </dsp:nvSpPr>
      <dsp:spPr>
        <a:xfrm>
          <a:off x="3077802" y="582724"/>
          <a:ext cx="3462527" cy="5548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The Input: A massive, deeply nested JSON blob containing Desks, Portfolios, and Assets.</a:t>
          </a:r>
          <a:endParaRPr lang="en-US" sz="1200" kern="1200"/>
        </a:p>
      </dsp:txBody>
      <dsp:txXfrm>
        <a:off x="3104885" y="609807"/>
        <a:ext cx="3408361" cy="500634"/>
      </dsp:txXfrm>
    </dsp:sp>
    <dsp:sp modelId="{3019EBF0-09F1-4507-9510-E944419DEB44}">
      <dsp:nvSpPr>
        <dsp:cNvPr id="0" name=""/>
        <dsp:cNvSpPr/>
      </dsp:nvSpPr>
      <dsp:spPr>
        <a:xfrm>
          <a:off x="3077802" y="1165264"/>
          <a:ext cx="3462527" cy="5548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The Requirements:</a:t>
          </a:r>
          <a:endParaRPr lang="en-US" sz="1200" kern="1200"/>
        </a:p>
      </dsp:txBody>
      <dsp:txXfrm>
        <a:off x="3104885" y="1192347"/>
        <a:ext cx="3408361" cy="500634"/>
      </dsp:txXfrm>
    </dsp:sp>
    <dsp:sp modelId="{DADF40A1-B391-45D7-897A-17F34A44F499}">
      <dsp:nvSpPr>
        <dsp:cNvPr id="0" name=""/>
        <dsp:cNvSpPr/>
      </dsp:nvSpPr>
      <dsp:spPr>
        <a:xfrm>
          <a:off x="3077802" y="1747804"/>
          <a:ext cx="3462527" cy="554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Flatten the data for $O(1)$ lookup (Lab R-01).</a:t>
          </a:r>
          <a:endParaRPr lang="en-US" sz="1200" kern="1200"/>
        </a:p>
      </dsp:txBody>
      <dsp:txXfrm>
        <a:off x="3104885" y="1774887"/>
        <a:ext cx="3408361" cy="500634"/>
      </dsp:txXfrm>
    </dsp:sp>
    <dsp:sp modelId="{B04BB4E9-7A9A-49AF-AAD3-D724230DC60A}">
      <dsp:nvSpPr>
        <dsp:cNvPr id="0" name=""/>
        <dsp:cNvSpPr/>
      </dsp:nvSpPr>
      <dsp:spPr>
        <a:xfrm>
          <a:off x="3077802" y="2330345"/>
          <a:ext cx="3462527" cy="5548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Bridge assets to the Instrument prototype (Lab R-05).</a:t>
          </a:r>
          <a:endParaRPr lang="en-US" sz="1200" kern="1200"/>
        </a:p>
      </dsp:txBody>
      <dsp:txXfrm>
        <a:off x="3104885" y="2357428"/>
        <a:ext cx="3408361" cy="500634"/>
      </dsp:txXfrm>
    </dsp:sp>
    <dsp:sp modelId="{9EEEDEDF-C0D2-4AA7-B3BE-EF325952F215}">
      <dsp:nvSpPr>
        <dsp:cNvPr id="0" name=""/>
        <dsp:cNvSpPr/>
      </dsp:nvSpPr>
      <dsp:spPr>
        <a:xfrm>
          <a:off x="3077802" y="2912885"/>
          <a:ext cx="3462527" cy="554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Memoize the valuation math (Lab R-07).</a:t>
          </a:r>
          <a:endParaRPr lang="en-US" sz="1200" kern="1200"/>
        </a:p>
      </dsp:txBody>
      <dsp:txXfrm>
        <a:off x="3104885" y="2939968"/>
        <a:ext cx="3408361" cy="500634"/>
      </dsp:txXfrm>
    </dsp:sp>
    <dsp:sp modelId="{7BB772E9-4EB4-4904-8676-C391FEC12E98}">
      <dsp:nvSpPr>
        <dsp:cNvPr id="0" name=""/>
        <dsp:cNvSpPr/>
      </dsp:nvSpPr>
      <dsp:spPr>
        <a:xfrm>
          <a:off x="3077802" y="3495425"/>
          <a:ext cx="3462527" cy="5548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Execute trades via the 3-Step Handshake (Lab R-08).</a:t>
          </a:r>
          <a:endParaRPr lang="en-US" sz="1200" kern="1200"/>
        </a:p>
      </dsp:txBody>
      <dsp:txXfrm>
        <a:off x="3104885" y="3522508"/>
        <a:ext cx="3408361" cy="500634"/>
      </dsp:txXfrm>
    </dsp:sp>
    <dsp:sp modelId="{8722B1DB-7133-4836-A529-6EFCB2FE1C2C}">
      <dsp:nvSpPr>
        <dsp:cNvPr id="0" name=""/>
        <dsp:cNvSpPr/>
      </dsp:nvSpPr>
      <dsp:spPr>
        <a:xfrm>
          <a:off x="3077802" y="4077965"/>
          <a:ext cx="3462527" cy="5548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Render the Desk Hierarchy (Lab R-09).</a:t>
          </a:r>
          <a:endParaRPr lang="en-US" sz="1200" kern="1200"/>
        </a:p>
      </dsp:txBody>
      <dsp:txXfrm>
        <a:off x="3104885" y="4105048"/>
        <a:ext cx="3408361" cy="5006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3FA146-19BA-442B-8AB1-D7E5414AA160}">
      <dsp:nvSpPr>
        <dsp:cNvPr id="0" name=""/>
        <dsp:cNvSpPr/>
      </dsp:nvSpPr>
      <dsp:spPr>
        <a:xfrm>
          <a:off x="5362" y="702996"/>
          <a:ext cx="1602703" cy="9616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Ingestion: WebSocket delivers a nested "Market Snapshot."</a:t>
          </a:r>
          <a:endParaRPr lang="en-US" sz="1100" kern="1200" dirty="0"/>
        </a:p>
      </dsp:txBody>
      <dsp:txXfrm>
        <a:off x="33527" y="731161"/>
        <a:ext cx="1546373" cy="905291"/>
      </dsp:txXfrm>
    </dsp:sp>
    <dsp:sp modelId="{F0C98E12-4DA0-4C99-9910-8FC3FB602EAD}">
      <dsp:nvSpPr>
        <dsp:cNvPr id="0" name=""/>
        <dsp:cNvSpPr/>
      </dsp:nvSpPr>
      <dsp:spPr>
        <a:xfrm>
          <a:off x="1749103" y="985072"/>
          <a:ext cx="339773" cy="3974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749103" y="1064566"/>
        <a:ext cx="237841" cy="238482"/>
      </dsp:txXfrm>
    </dsp:sp>
    <dsp:sp modelId="{E87E98ED-3EF2-4F26-9733-9D0B6F98DA89}">
      <dsp:nvSpPr>
        <dsp:cNvPr id="0" name=""/>
        <dsp:cNvSpPr/>
      </dsp:nvSpPr>
      <dsp:spPr>
        <a:xfrm>
          <a:off x="2249146" y="702996"/>
          <a:ext cx="1602703" cy="9616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Normalization: The Flattener rips the snapshot into a flat Map.</a:t>
          </a:r>
          <a:endParaRPr lang="en-US" sz="1100" kern="1200"/>
        </a:p>
      </dsp:txBody>
      <dsp:txXfrm>
        <a:off x="2277311" y="731161"/>
        <a:ext cx="1546373" cy="905291"/>
      </dsp:txXfrm>
    </dsp:sp>
    <dsp:sp modelId="{D4D63763-AD82-4A16-9BE9-BF426AC47167}">
      <dsp:nvSpPr>
        <dsp:cNvPr id="0" name=""/>
        <dsp:cNvSpPr/>
      </dsp:nvSpPr>
      <dsp:spPr>
        <a:xfrm>
          <a:off x="3992887" y="985072"/>
          <a:ext cx="339773" cy="3974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992887" y="1064566"/>
        <a:ext cx="237841" cy="238482"/>
      </dsp:txXfrm>
    </dsp:sp>
    <dsp:sp modelId="{8F16D8CD-E64C-443B-823C-4B9AD45E6A4D}">
      <dsp:nvSpPr>
        <dsp:cNvPr id="0" name=""/>
        <dsp:cNvSpPr/>
      </dsp:nvSpPr>
      <dsp:spPr>
        <a:xfrm>
          <a:off x="4492930" y="702996"/>
          <a:ext cx="1602703" cy="9616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Hydration: Object.setPrototypeOf attaches the "Financial Brains" to the data.</a:t>
          </a:r>
          <a:endParaRPr lang="en-US" sz="1100" kern="1200"/>
        </a:p>
      </dsp:txBody>
      <dsp:txXfrm>
        <a:off x="4521095" y="731161"/>
        <a:ext cx="1546373" cy="905291"/>
      </dsp:txXfrm>
    </dsp:sp>
    <dsp:sp modelId="{F5E9F1E8-334F-44C5-B8AA-440C187B1CC8}">
      <dsp:nvSpPr>
        <dsp:cNvPr id="0" name=""/>
        <dsp:cNvSpPr/>
      </dsp:nvSpPr>
      <dsp:spPr>
        <a:xfrm rot="5400000">
          <a:off x="5124395" y="1776807"/>
          <a:ext cx="339773" cy="3974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5175041" y="1805655"/>
        <a:ext cx="238482" cy="237841"/>
      </dsp:txXfrm>
    </dsp:sp>
    <dsp:sp modelId="{AC5E0E68-1AC7-45E5-A75D-40D8C0F1B19F}">
      <dsp:nvSpPr>
        <dsp:cNvPr id="0" name=""/>
        <dsp:cNvSpPr/>
      </dsp:nvSpPr>
      <dsp:spPr>
        <a:xfrm>
          <a:off x="4492930" y="2305699"/>
          <a:ext cx="1602703" cy="9616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Reactivity: setDeep updates specific prices without a full re-render.</a:t>
          </a:r>
          <a:endParaRPr lang="en-US" sz="1100" kern="1200"/>
        </a:p>
      </dsp:txBody>
      <dsp:txXfrm>
        <a:off x="4521095" y="2333864"/>
        <a:ext cx="1546373" cy="905291"/>
      </dsp:txXfrm>
    </dsp:sp>
    <dsp:sp modelId="{DC524EF8-027F-4246-91AD-1CBF80F5F85A}">
      <dsp:nvSpPr>
        <dsp:cNvPr id="0" name=""/>
        <dsp:cNvSpPr/>
      </dsp:nvSpPr>
      <dsp:spPr>
        <a:xfrm rot="10800000">
          <a:off x="4012119" y="2587775"/>
          <a:ext cx="339773" cy="3974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4114051" y="2667269"/>
        <a:ext cx="237841" cy="238482"/>
      </dsp:txXfrm>
    </dsp:sp>
    <dsp:sp modelId="{9BC49260-C375-4F72-975D-35D8C1A0CB9F}">
      <dsp:nvSpPr>
        <dsp:cNvPr id="0" name=""/>
        <dsp:cNvSpPr/>
      </dsp:nvSpPr>
      <dsp:spPr>
        <a:xfrm>
          <a:off x="2249146" y="2305699"/>
          <a:ext cx="1602703" cy="9616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Execution: The Async Handshake handles the buy/sell button.</a:t>
          </a:r>
          <a:endParaRPr lang="en-US" sz="1100" kern="1200"/>
        </a:p>
      </dsp:txBody>
      <dsp:txXfrm>
        <a:off x="2277311" y="2333864"/>
        <a:ext cx="1546373" cy="9052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FCE1D4-CD46-438D-AAED-15E1051CA50E}">
      <dsp:nvSpPr>
        <dsp:cNvPr id="0" name=""/>
        <dsp:cNvSpPr/>
      </dsp:nvSpPr>
      <dsp:spPr>
        <a:xfrm>
          <a:off x="0" y="0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Objective: Chain initiate() -&gt; validate() -&gt; confirm() using Pure Promises.</a:t>
          </a:r>
          <a:endParaRPr lang="en-US" sz="2400" kern="1200"/>
        </a:p>
      </dsp:txBody>
      <dsp:txXfrm>
        <a:off x="35968" y="35968"/>
        <a:ext cx="6850257" cy="1156108"/>
      </dsp:txXfrm>
    </dsp:sp>
    <dsp:sp modelId="{372C003A-75C6-4728-8C3A-B93C5EBF5E4C}">
      <dsp:nvSpPr>
        <dsp:cNvPr id="0" name=""/>
        <dsp:cNvSpPr/>
      </dsp:nvSpPr>
      <dsp:spPr>
        <a:xfrm>
          <a:off x="721359" y="1432718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-1356225"/>
            <a:satOff val="-828"/>
            <a:lumOff val="323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The Engineering Trick: Error Propagation. If 'Validate' fails, 'Confirm' should never run.</a:t>
          </a:r>
          <a:endParaRPr lang="en-US" sz="2400" kern="1200"/>
        </a:p>
      </dsp:txBody>
      <dsp:txXfrm>
        <a:off x="757327" y="1468686"/>
        <a:ext cx="6583888" cy="1156108"/>
      </dsp:txXfrm>
    </dsp:sp>
    <dsp:sp modelId="{6B1E41F7-63E3-4AC7-AB8C-27298E289678}">
      <dsp:nvSpPr>
        <dsp:cNvPr id="0" name=""/>
        <dsp:cNvSpPr/>
      </dsp:nvSpPr>
      <dsp:spPr>
        <a:xfrm>
          <a:off x="1442719" y="2865437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-2712450"/>
            <a:satOff val="-1656"/>
            <a:lumOff val="647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The Closure Connection: Using closures to keep the tradeId accessible through the entire chain without using global variables.</a:t>
          </a:r>
          <a:endParaRPr lang="en-US" sz="2400" kern="1200"/>
        </a:p>
      </dsp:txBody>
      <dsp:txXfrm>
        <a:off x="1478687" y="2901405"/>
        <a:ext cx="6583888" cy="1156108"/>
      </dsp:txXfrm>
    </dsp:sp>
    <dsp:sp modelId="{B949DF35-BED2-4C03-902A-B947850EF948}">
      <dsp:nvSpPr>
        <dsp:cNvPr id="0" name=""/>
        <dsp:cNvSpPr/>
      </dsp:nvSpPr>
      <dsp:spPr>
        <a:xfrm>
          <a:off x="7377184" y="931267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556785" y="931267"/>
        <a:ext cx="439026" cy="600667"/>
      </dsp:txXfrm>
    </dsp:sp>
    <dsp:sp modelId="{686C2022-83A7-45E1-BD9F-023FFCB59F01}">
      <dsp:nvSpPr>
        <dsp:cNvPr id="0" name=""/>
        <dsp:cNvSpPr/>
      </dsp:nvSpPr>
      <dsp:spPr>
        <a:xfrm>
          <a:off x="8098544" y="2355798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741368"/>
            <a:satOff val="7526"/>
            <a:lumOff val="1147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3741368"/>
              <a:satOff val="7526"/>
              <a:lumOff val="11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78145" y="2355798"/>
        <a:ext cx="439026" cy="6006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7B646-E19B-4900-B6F7-BBCF4CA123A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28649-8DAD-4F20-B376-FA78BEEA7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34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84F25-93CA-4083-91F6-44CD5E538C60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65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952D2-2ACB-4F04-961A-2002AF374DCD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980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0A2B5-705A-4377-AD51-0E64CB165C50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24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52884-E373-49C8-9271-98304C4E9A78}" type="datetime1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155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6A54-3F66-4E14-AEB4-09A5EE83B80D}" type="datetime1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34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1D8D-9340-4A58-BBB0-1FC1A260ABBC}" type="datetime1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40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8AD7-9BCA-4D05-BAE8-D726A2DDC3A2}" type="datetime1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47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5B08-9571-416C-8DEA-0FD1B2A7F3C3}" type="datetime1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173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7D46-0F71-4BCA-B6A1-0FCBBD18435F}" type="datetime1">
              <a:rPr lang="en-IN" smtClean="0"/>
              <a:t>12-02-2026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75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B7436-2F6D-4A54-BB5F-1B1A7D5F97C6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48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42C07-5C92-4389-910E-83425E69B4D2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7073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8045-3960-47D5-8923-156FD8E34DC8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857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44393-8762-49EE-A09D-C6718B772424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2974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A155-BABA-4042-AE3F-48DDD43C4338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587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8DB0-FF17-4873-B285-6F3AA300A01E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463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2F982-93BC-4EAF-AD77-434B6A325E06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11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A09EB-E0D8-48BA-B146-187B10F18B5C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00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2988-9B75-E6CC-B453-10CFBB4C7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57" y="1530802"/>
            <a:ext cx="9735556" cy="2520031"/>
          </a:xfrm>
        </p:spPr>
        <p:txBody>
          <a:bodyPr>
            <a:normAutofit fontScale="90000"/>
          </a:bodyPr>
          <a:lstStyle/>
          <a:p>
            <a:r>
              <a:rPr lang="en-US" dirty="0"/>
              <a:t>Phase 5: </a:t>
            </a:r>
            <a:r>
              <a:rPr lang="en-IN" b="1" dirty="0"/>
              <a:t>The Ultimate Flattener (The Capstone)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35DD4-6528-EA91-8E97-C904CA35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442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8B43E6-06B9-7411-55D8-3320B7CFC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Ultimate Flattener (The Capstone)</a:t>
            </a:r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33D88-6CEC-3EA1-4DCB-D2DD1973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4532" y="6182876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US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38DF9DD-1F68-F59C-0267-1D63949EC9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5373974" cy="537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4D5CF5BF-7487-B917-0A4C-07F89A8FFA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12433" y="3429000"/>
            <a:ext cx="3685082" cy="3685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41" name="TextBox 7">
            <a:extLst>
              <a:ext uri="{FF2B5EF4-FFF2-40B4-BE49-F238E27FC236}">
                <a16:creationId xmlns:a16="http://schemas.microsoft.com/office/drawing/2014/main" id="{B8731A68-434D-5725-7F32-507781B85F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6752257"/>
              </p:ext>
            </p:extLst>
          </p:nvPr>
        </p:nvGraphicFramePr>
        <p:xfrm>
          <a:off x="1286933" y="1409075"/>
          <a:ext cx="9618133" cy="4632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4396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4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6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7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8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436558-C12E-2160-1FA4-B7C3433F6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014" y="99500"/>
            <a:ext cx="8288032" cy="6875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algn="ctr"/>
            <a:r>
              <a:rPr lang="en-IN"/>
              <a:t>The Data Flow Architecture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4FE71-1256-3CD4-9555-6B1B90DC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2023" y="6352651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305AE7FE-0853-90CB-D87A-2CF8D738C4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91" name="TextBox 5">
            <a:extLst>
              <a:ext uri="{FF2B5EF4-FFF2-40B4-BE49-F238E27FC236}">
                <a16:creationId xmlns:a16="http://schemas.microsoft.com/office/drawing/2014/main" id="{11FE8A8E-6B73-1A55-085C-CDDC5403618B}"/>
              </a:ext>
            </a:extLst>
          </p:cNvPr>
          <p:cNvGraphicFramePr/>
          <p:nvPr/>
        </p:nvGraphicFramePr>
        <p:xfrm>
          <a:off x="3050498" y="1447588"/>
          <a:ext cx="6100996" cy="3970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2177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88" name="Rectangle 4187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5" name="Title 5">
            <a:extLst>
              <a:ext uri="{FF2B5EF4-FFF2-40B4-BE49-F238E27FC236}">
                <a16:creationId xmlns:a16="http://schemas.microsoft.com/office/drawing/2014/main" id="{D74CB609-2271-BDD3-30FC-A81844599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Lab R-08 — Chaining the Sequence</a:t>
            </a:r>
          </a:p>
        </p:txBody>
      </p:sp>
      <p:sp>
        <p:nvSpPr>
          <p:cNvPr id="4189" name="Isosceles Triangle 4188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27194-893B-6F45-142B-208C6A7A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4532" y="6182876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177" name="Isosceles Triangle 4176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4190" name="TextBox 2">
            <a:extLst>
              <a:ext uri="{FF2B5EF4-FFF2-40B4-BE49-F238E27FC236}">
                <a16:creationId xmlns:a16="http://schemas.microsoft.com/office/drawing/2014/main" id="{662D2C0E-302E-8271-8E31-99500E7DF3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2258148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4855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50553-E351-FF5D-9893-1A306D4F3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E500-8D2F-4CCF-5D44-041CB8D9F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9480"/>
            <a:ext cx="4951048" cy="5249334"/>
          </a:xfrm>
        </p:spPr>
        <p:txBody>
          <a:bodyPr>
            <a:normAutofit/>
          </a:bodyPr>
          <a:lstStyle/>
          <a:p>
            <a:pPr algn="ctr"/>
            <a:br>
              <a:rPr lang="en-IN" sz="4000" dirty="0">
                <a:solidFill>
                  <a:srgbClr val="00B0F0"/>
                </a:solidFill>
              </a:rPr>
            </a:br>
            <a:br>
              <a:rPr lang="en-IN" sz="4000" dirty="0">
                <a:solidFill>
                  <a:srgbClr val="00B0F0"/>
                </a:solidFill>
              </a:rPr>
            </a:br>
            <a:br>
              <a:rPr lang="en-IN" sz="4000" dirty="0">
                <a:solidFill>
                  <a:srgbClr val="00B0F0"/>
                </a:solidFill>
              </a:rPr>
            </a:br>
            <a:r>
              <a:rPr lang="en-IN" sz="4000" dirty="0">
                <a:solidFill>
                  <a:srgbClr val="00B0F0"/>
                </a:solidFill>
              </a:rPr>
              <a:t>Code-Along                        </a:t>
            </a:r>
            <a:r>
              <a:rPr lang="en-US" sz="4000" dirty="0"/>
              <a:t>Lab R-10                   (The Master Integration)</a:t>
            </a:r>
            <a:endParaRPr lang="en-IN" sz="4000" dirty="0">
              <a:solidFill>
                <a:srgbClr val="00B0F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82D43A1-11C3-F1DB-A81E-2CC8CEE9FA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1048" y="804333"/>
            <a:ext cx="7240952" cy="52493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>
                <a:latin typeface="Arial" panose="020B0604020202020204" pitchFamily="34" charset="0"/>
              </a:rPr>
              <a:t>The Problem:</a:t>
            </a:r>
            <a:r>
              <a:rPr lang="en-US" altLang="en-US" sz="4000" dirty="0">
                <a:latin typeface="Arial" panose="020B0604020202020204" pitchFamily="34" charset="0"/>
              </a:rPr>
              <a:t> </a:t>
            </a:r>
            <a:r>
              <a:rPr lang="en-US" sz="4000" dirty="0"/>
              <a:t>You are tasked with building the core engine for a high-frequency trading dashboard. The backend is pushing a "Firehose" of nested data. If handled incorrectly, the UI will lag, and valuations will be calculated using stale logic.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b="1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4000" b="1" dirty="0">
                <a:latin typeface="Arial" panose="020B0604020202020204" pitchFamily="34" charset="0"/>
              </a:rPr>
              <a:t>The Constraint:</a:t>
            </a:r>
            <a:r>
              <a:rPr lang="en-US" altLang="en-US" sz="4000" dirty="0">
                <a:latin typeface="Arial" panose="020B0604020202020204" pitchFamily="34" charset="0"/>
              </a:rPr>
              <a:t> </a:t>
            </a:r>
            <a:r>
              <a:rPr lang="en-US" sz="4000" dirty="0"/>
              <a:t>* Zero-Lag Updates: You must use the In-Place Flattener to ensure O(1) data access.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4000" b="1" dirty="0"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600" b="1" dirty="0">
                <a:latin typeface="Arial" panose="020B0604020202020204" pitchFamily="34" charset="0"/>
              </a:rPr>
              <a:t>Financial Intelligence: </a:t>
            </a:r>
            <a:r>
              <a:rPr lang="en-US" altLang="en-US" sz="3600" dirty="0">
                <a:latin typeface="Arial" panose="020B0604020202020204" pitchFamily="34" charset="0"/>
              </a:rPr>
              <a:t>Data must be "hydrated" with Instrument Prototypes to enable valuation methods</a:t>
            </a:r>
            <a:r>
              <a:rPr lang="en-US" altLang="en-US" sz="3600" b="1" dirty="0">
                <a:latin typeface="Arial" panose="020B0604020202020204" pitchFamily="34" charset="0"/>
              </a:rPr>
              <a:t>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3600" b="1" dirty="0"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600" b="1" dirty="0">
                <a:latin typeface="Arial" panose="020B0604020202020204" pitchFamily="34" charset="0"/>
              </a:rPr>
              <a:t>CPU Preservation: </a:t>
            </a:r>
            <a:r>
              <a:rPr lang="en-US" altLang="en-US" sz="3600" dirty="0">
                <a:latin typeface="Arial" panose="020B0604020202020204" pitchFamily="34" charset="0"/>
              </a:rPr>
              <a:t>Use </a:t>
            </a:r>
            <a:r>
              <a:rPr lang="en-US" altLang="en-US" sz="3600" dirty="0" err="1">
                <a:latin typeface="Arial" panose="020B0604020202020204" pitchFamily="34" charset="0"/>
              </a:rPr>
              <a:t>Memoization</a:t>
            </a:r>
            <a:r>
              <a:rPr lang="en-US" altLang="en-US" sz="3600" dirty="0">
                <a:latin typeface="Arial" panose="020B0604020202020204" pitchFamily="34" charset="0"/>
              </a:rPr>
              <a:t> for all pricing math to stay within the 16ms frame budget.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3600" b="1" dirty="0"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600" b="1" dirty="0">
                <a:latin typeface="Arial" panose="020B0604020202020204" pitchFamily="34" charset="0"/>
              </a:rPr>
              <a:t>Execution Safety: </a:t>
            </a:r>
            <a:r>
              <a:rPr lang="en-US" altLang="en-US" sz="3600" dirty="0">
                <a:latin typeface="Arial" panose="020B0604020202020204" pitchFamily="34" charset="0"/>
              </a:rPr>
              <a:t>All trades must pass through the 3-Step Handshake (Initiate → Validate → Confirm).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7D7C5-654B-8D40-BE62-6A97A489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IN" smtClean="0"/>
              <a:pPr>
                <a:spcAft>
                  <a:spcPts val="600"/>
                </a:spcAft>
              </a:pPr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802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E0BF1-0602-DD43-FA4B-B8A18BD1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3" name="Group 4142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4144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4132" name="Straight Connector 4131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3" name="Straight Connector 4132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45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46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47" name="Isosceles Triangle 4146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48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49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50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51" name="Isosceles Triangle 4150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4125" name="Title 5">
            <a:extLst>
              <a:ext uri="{FF2B5EF4-FFF2-40B4-BE49-F238E27FC236}">
                <a16:creationId xmlns:a16="http://schemas.microsoft.com/office/drawing/2014/main" id="{E6022167-7ABC-8985-787D-E13D3AB65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55" y="1261331"/>
            <a:ext cx="3497565" cy="300266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Quick Reference: Where are these coming from?</a:t>
            </a:r>
          </a:p>
        </p:txBody>
      </p:sp>
      <p:sp>
        <p:nvSpPr>
          <p:cNvPr id="4142" name="Isosceles Triangle 4141">
            <a:extLst>
              <a:ext uri="{FF2B5EF4-FFF2-40B4-BE49-F238E27FC236}">
                <a16:creationId xmlns:a16="http://schemas.microsoft.com/office/drawing/2014/main" id="{F6E918B1-FA59-42EF-8A8E-B0F3D1E54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1BAC1-439F-4A11-3C04-922EDFFC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E4A890-B2D6-1E65-342D-F990A4F27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194940"/>
              </p:ext>
            </p:extLst>
          </p:nvPr>
        </p:nvGraphicFramePr>
        <p:xfrm>
          <a:off x="905893" y="1261330"/>
          <a:ext cx="4852776" cy="4335341"/>
        </p:xfrm>
        <a:graphic>
          <a:graphicData uri="http://schemas.openxmlformats.org/drawingml/2006/table">
            <a:tbl>
              <a:tblPr/>
              <a:tblGrid>
                <a:gridCol w="2173928">
                  <a:extLst>
                    <a:ext uri="{9D8B030D-6E8A-4147-A177-3AD203B41FA5}">
                      <a16:colId xmlns:a16="http://schemas.microsoft.com/office/drawing/2014/main" val="3713943348"/>
                    </a:ext>
                  </a:extLst>
                </a:gridCol>
                <a:gridCol w="677670">
                  <a:extLst>
                    <a:ext uri="{9D8B030D-6E8A-4147-A177-3AD203B41FA5}">
                      <a16:colId xmlns:a16="http://schemas.microsoft.com/office/drawing/2014/main" val="2444277181"/>
                    </a:ext>
                  </a:extLst>
                </a:gridCol>
                <a:gridCol w="2001178">
                  <a:extLst>
                    <a:ext uri="{9D8B030D-6E8A-4147-A177-3AD203B41FA5}">
                      <a16:colId xmlns:a16="http://schemas.microsoft.com/office/drawing/2014/main" val="2771427403"/>
                    </a:ext>
                  </a:extLst>
                </a:gridCol>
              </a:tblGrid>
              <a:tr h="39697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Import</a:t>
                      </a:r>
                      <a:endParaRPr lang="en-IN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37" marR="97937" marT="65291" marB="652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Lab</a:t>
                      </a:r>
                      <a:endParaRPr lang="en-IN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37" marR="97937" marT="65291" marB="652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Purpose</a:t>
                      </a:r>
                      <a:endParaRPr lang="en-IN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37" marR="97937" marT="65291" marB="652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969178"/>
                  </a:ext>
                </a:extLst>
              </a:tr>
              <a:tr h="110211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flatten</a:t>
                      </a:r>
                      <a:endParaRPr lang="en-IN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37" marR="97937" marT="65291" marB="652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R-01</a:t>
                      </a:r>
                      <a:endParaRPr lang="en-IN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37" marR="97937" marT="65291" marB="652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Turns the "Matryoshka doll" JSON into a flat list of keys.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37" marR="97937" marT="65291" marB="652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064179"/>
                  </a:ext>
                </a:extLst>
              </a:tr>
              <a:tr h="110211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Instrument</a:t>
                      </a:r>
                      <a:endParaRPr lang="en-IN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37" marR="97937" marT="65291" marB="652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R-05</a:t>
                      </a:r>
                      <a:endParaRPr lang="en-IN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37" marR="97937" marT="65291" marB="652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"Superclass" containing valuation methods (the financial brain).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37" marR="97937" marT="65291" marB="652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905955"/>
                  </a:ext>
                </a:extLst>
              </a:tr>
              <a:tr h="86706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memoize</a:t>
                      </a:r>
                      <a:endParaRPr lang="en-IN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37" marR="97937" marT="65291" marB="652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R-07</a:t>
                      </a:r>
                      <a:endParaRPr lang="en-IN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37" marR="97937" marT="65291" marB="652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closure-based cache that prevents redundant math.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37" marR="97937" marT="65291" marB="652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158719"/>
                  </a:ext>
                </a:extLst>
              </a:tr>
              <a:tr h="86706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executeTradeSequence</a:t>
                      </a:r>
                      <a:endParaRPr lang="en-IN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37" marR="97937" marT="65291" marB="652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R-08</a:t>
                      </a:r>
                      <a:endParaRPr lang="en-IN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37" marR="97937" marT="65291" marB="652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Promise chain for the 3-step trade handshake.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37" marR="97937" marT="65291" marB="652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113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3783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7838C-FA1A-905D-62C8-CEFD34CAF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167" y="156237"/>
            <a:ext cx="8596668" cy="1320800"/>
          </a:xfrm>
        </p:spPr>
        <p:txBody>
          <a:bodyPr/>
          <a:lstStyle/>
          <a:p>
            <a:pPr algn="ctr"/>
            <a:r>
              <a:rPr lang="en-IN" dirty="0"/>
              <a:t>The Reactive Dashboard Engine</a:t>
            </a:r>
            <a:br>
              <a:rPr lang="en-IN" dirty="0"/>
            </a:br>
            <a:r>
              <a:rPr lang="en-IN" dirty="0"/>
              <a:t>Summary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3001A3C-46C0-5780-F980-259086ABEC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91929" y="1923208"/>
            <a:ext cx="9075939" cy="4052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The Result: A system capable of handling 5,000+ assets with sub-millisecond update times.</a:t>
            </a:r>
          </a:p>
          <a:p>
            <a:pPr lvl="0"/>
            <a:endParaRPr lang="en-US" sz="280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0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The "Pro" Difference: * Junior Dev: Deep clones the whole state (Slow / GC Spikes).</a:t>
            </a:r>
          </a:p>
          <a:p>
            <a:pPr lvl="0"/>
            <a:endParaRPr lang="en-US" sz="280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0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GS Engineer: Uses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setDeep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for path-to-root updates (Fast / Efficient).</a:t>
            </a:r>
            <a:endParaRPr kumimoji="0" lang="en-US" altLang="en-US" sz="2800" i="0" u="none" strike="noStrike" normalizeH="0" baseline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48173-BC01-732F-E223-28793A62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6419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582</TotalTime>
  <Words>489</Words>
  <Application>Microsoft Office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Google Sans Text</vt:lpstr>
      <vt:lpstr>Trebuchet MS</vt:lpstr>
      <vt:lpstr>Wingdings 3</vt:lpstr>
      <vt:lpstr>Facet</vt:lpstr>
      <vt:lpstr>Phase 5: The Ultimate Flattener (The Capstone) </vt:lpstr>
      <vt:lpstr>The Ultimate Flattener (The Capstone)</vt:lpstr>
      <vt:lpstr>The Data Flow Architecture</vt:lpstr>
      <vt:lpstr>Lab R-08 — Chaining the Sequence</vt:lpstr>
      <vt:lpstr>   Code-Along                        Lab R-10                   (The Master Integration)</vt:lpstr>
      <vt:lpstr>Quick Reference: Where are these coming from?</vt:lpstr>
      <vt:lpstr>The Reactive Dashboard Engine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Joseph Samuels</dc:creator>
  <cp:lastModifiedBy>Stephen Joseph Samuels</cp:lastModifiedBy>
  <cp:revision>24</cp:revision>
  <dcterms:created xsi:type="dcterms:W3CDTF">2026-02-09T07:07:36Z</dcterms:created>
  <dcterms:modified xsi:type="dcterms:W3CDTF">2026-02-12T17:38:10Z</dcterms:modified>
</cp:coreProperties>
</file>