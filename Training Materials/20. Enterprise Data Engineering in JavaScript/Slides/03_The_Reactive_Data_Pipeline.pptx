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10"/>
  </p:notesMasterIdLst>
  <p:sldIdLst>
    <p:sldId id="256" r:id="rId2"/>
    <p:sldId id="258" r:id="rId3"/>
    <p:sldId id="257" r:id="rId4"/>
    <p:sldId id="262" r:id="rId5"/>
    <p:sldId id="259" r:id="rId6"/>
    <p:sldId id="272" r:id="rId7"/>
    <p:sldId id="261" r:id="rId8"/>
    <p:sldId id="27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AAF66C-6151-4465-9F1A-63B13BB8195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15EE4A-B1A1-4860-994F-F41F0E0F0DDB}">
      <dgm:prSet/>
      <dgm:spPr/>
      <dgm:t>
        <a:bodyPr/>
        <a:lstStyle/>
        <a:p>
          <a:r>
            <a:rPr lang="en-IN"/>
            <a:t>The Transition: Moving from pure JS Logic to the React UI Layer.</a:t>
          </a:r>
          <a:endParaRPr lang="en-US"/>
        </a:p>
      </dgm:t>
    </dgm:pt>
    <dgm:pt modelId="{5A7BB0F3-3DF8-4AA6-8270-01815C92AA10}" type="parTrans" cxnId="{96B0BD92-5AB8-42FB-A710-32EEA240720D}">
      <dgm:prSet/>
      <dgm:spPr/>
      <dgm:t>
        <a:bodyPr/>
        <a:lstStyle/>
        <a:p>
          <a:endParaRPr lang="en-US"/>
        </a:p>
      </dgm:t>
    </dgm:pt>
    <dgm:pt modelId="{E464CF9D-759E-432C-84C5-4724B68A3955}" type="sibTrans" cxnId="{96B0BD92-5AB8-42FB-A710-32EEA240720D}">
      <dgm:prSet/>
      <dgm:spPr/>
      <dgm:t>
        <a:bodyPr/>
        <a:lstStyle/>
        <a:p>
          <a:endParaRPr lang="en-US"/>
        </a:p>
      </dgm:t>
    </dgm:pt>
    <dgm:pt modelId="{3ED70B38-A8DF-4FA2-90D0-241C779EEB74}">
      <dgm:prSet/>
      <dgm:spPr/>
      <dgm:t>
        <a:bodyPr/>
        <a:lstStyle/>
        <a:p>
          <a:r>
            <a:rPr lang="en-IN"/>
            <a:t>The Problem: High-frequency updates (5,000+ assets) cause rendering bottlenecks.T</a:t>
          </a:r>
          <a:endParaRPr lang="en-US"/>
        </a:p>
      </dgm:t>
    </dgm:pt>
    <dgm:pt modelId="{C48FE752-599F-4CC0-A50F-133261F9384D}" type="parTrans" cxnId="{3326BD7C-71D3-4FEC-9CD0-8F9043186D0E}">
      <dgm:prSet/>
      <dgm:spPr/>
      <dgm:t>
        <a:bodyPr/>
        <a:lstStyle/>
        <a:p>
          <a:endParaRPr lang="en-US"/>
        </a:p>
      </dgm:t>
    </dgm:pt>
    <dgm:pt modelId="{31055235-7EFA-43D7-BC5F-F96255D63D4D}" type="sibTrans" cxnId="{3326BD7C-71D3-4FEC-9CD0-8F9043186D0E}">
      <dgm:prSet/>
      <dgm:spPr/>
      <dgm:t>
        <a:bodyPr/>
        <a:lstStyle/>
        <a:p>
          <a:endParaRPr lang="en-US"/>
        </a:p>
      </dgm:t>
    </dgm:pt>
    <dgm:pt modelId="{CD161103-9763-4791-9A69-9D69993B03C4}">
      <dgm:prSet/>
      <dgm:spPr/>
      <dgm:t>
        <a:bodyPr/>
        <a:lstStyle/>
        <a:p>
          <a:r>
            <a:rPr lang="en-IN"/>
            <a:t>The Goal: O(1) lookup and "Selective Reconciliation.</a:t>
          </a:r>
          <a:endParaRPr lang="en-US"/>
        </a:p>
      </dgm:t>
    </dgm:pt>
    <dgm:pt modelId="{27D8256D-B46B-4980-B7A8-FD2A204B974D}" type="parTrans" cxnId="{A8151ED9-7FFD-4C38-9DFB-2CE9FD8E45AE}">
      <dgm:prSet/>
      <dgm:spPr/>
      <dgm:t>
        <a:bodyPr/>
        <a:lstStyle/>
        <a:p>
          <a:endParaRPr lang="en-US"/>
        </a:p>
      </dgm:t>
    </dgm:pt>
    <dgm:pt modelId="{D6AB0449-D033-41EE-8235-2D50DB469DCA}" type="sibTrans" cxnId="{A8151ED9-7FFD-4C38-9DFB-2CE9FD8E45AE}">
      <dgm:prSet/>
      <dgm:spPr/>
      <dgm:t>
        <a:bodyPr/>
        <a:lstStyle/>
        <a:p>
          <a:endParaRPr lang="en-US"/>
        </a:p>
      </dgm:t>
    </dgm:pt>
    <dgm:pt modelId="{78933C75-28F0-434B-9F24-473F4E360ED5}">
      <dgm:prSet/>
      <dgm:spPr/>
      <dgm:t>
        <a:bodyPr/>
        <a:lstStyle/>
        <a:p>
          <a:r>
            <a:rPr lang="en-IN"/>
            <a:t>"Key Labs Covered:  </a:t>
          </a:r>
          <a:endParaRPr lang="en-US"/>
        </a:p>
      </dgm:t>
    </dgm:pt>
    <dgm:pt modelId="{30AF8445-2EEF-4EA3-8B7E-7ACD6C0ABB7C}" type="parTrans" cxnId="{B105C81D-F6BB-4D30-9037-75121E7AABB2}">
      <dgm:prSet/>
      <dgm:spPr/>
      <dgm:t>
        <a:bodyPr/>
        <a:lstStyle/>
        <a:p>
          <a:endParaRPr lang="en-US"/>
        </a:p>
      </dgm:t>
    </dgm:pt>
    <dgm:pt modelId="{7B0372E3-198F-41A9-A35B-8D525DDBAE48}" type="sibTrans" cxnId="{B105C81D-F6BB-4D30-9037-75121E7AABB2}">
      <dgm:prSet/>
      <dgm:spPr/>
      <dgm:t>
        <a:bodyPr/>
        <a:lstStyle/>
        <a:p>
          <a:endParaRPr lang="en-US"/>
        </a:p>
      </dgm:t>
    </dgm:pt>
    <dgm:pt modelId="{2CADD78C-47A5-4568-B89D-7B893BB2CE25}">
      <dgm:prSet/>
      <dgm:spPr/>
      <dgm:t>
        <a:bodyPr/>
        <a:lstStyle/>
        <a:p>
          <a:r>
            <a:rPr lang="en-IN"/>
            <a:t>Lab R-01: In-Place Flattener (The Performance Hack).</a:t>
          </a:r>
          <a:endParaRPr lang="en-US"/>
        </a:p>
      </dgm:t>
    </dgm:pt>
    <dgm:pt modelId="{445335A4-2155-4D7C-B401-A8FDF8ECFDC9}" type="parTrans" cxnId="{0F5870AA-D525-4776-9116-9C9481D93519}">
      <dgm:prSet/>
      <dgm:spPr/>
      <dgm:t>
        <a:bodyPr/>
        <a:lstStyle/>
        <a:p>
          <a:endParaRPr lang="en-US"/>
        </a:p>
      </dgm:t>
    </dgm:pt>
    <dgm:pt modelId="{8F7FD38A-FBC5-48B7-8FFE-8E2FF37FC726}" type="sibTrans" cxnId="{0F5870AA-D525-4776-9116-9C9481D93519}">
      <dgm:prSet/>
      <dgm:spPr/>
      <dgm:t>
        <a:bodyPr/>
        <a:lstStyle/>
        <a:p>
          <a:endParaRPr lang="en-US"/>
        </a:p>
      </dgm:t>
    </dgm:pt>
    <dgm:pt modelId="{9C0F7EEE-F8E7-4D61-9A95-45439583371C}">
      <dgm:prSet/>
      <dgm:spPr/>
      <dgm:t>
        <a:bodyPr/>
        <a:lstStyle/>
        <a:p>
          <a:r>
            <a:rPr lang="en-IN"/>
            <a:t>Lab R-10: The Ultimate Flattener (The Capstone).</a:t>
          </a:r>
          <a:endParaRPr lang="en-US"/>
        </a:p>
      </dgm:t>
    </dgm:pt>
    <dgm:pt modelId="{B3313FF2-2E63-49B3-9802-FC5C34BC1B9E}" type="parTrans" cxnId="{60F0306E-EBA7-48F0-8365-B4ACC2C4C51C}">
      <dgm:prSet/>
      <dgm:spPr/>
      <dgm:t>
        <a:bodyPr/>
        <a:lstStyle/>
        <a:p>
          <a:endParaRPr lang="en-US"/>
        </a:p>
      </dgm:t>
    </dgm:pt>
    <dgm:pt modelId="{1E4BAFD4-E05B-4A55-9BC3-4F8D673038D2}" type="sibTrans" cxnId="{60F0306E-EBA7-48F0-8365-B4ACC2C4C51C}">
      <dgm:prSet/>
      <dgm:spPr/>
      <dgm:t>
        <a:bodyPr/>
        <a:lstStyle/>
        <a:p>
          <a:endParaRPr lang="en-US"/>
        </a:p>
      </dgm:t>
    </dgm:pt>
    <dgm:pt modelId="{B122F43D-A02C-47D0-8A6E-7D033B12D763}" type="pres">
      <dgm:prSet presAssocID="{DAAAF66C-6151-4465-9F1A-63B13BB8195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24316-F1A4-4339-BA8C-FC617D7A69AB}" type="pres">
      <dgm:prSet presAssocID="{0B15EE4A-B1A1-4860-994F-F41F0E0F0DDB}" presName="hierRoot1" presStyleCnt="0"/>
      <dgm:spPr/>
    </dgm:pt>
    <dgm:pt modelId="{3D28BA40-B1BD-4E6C-9BB9-86C50388EA63}" type="pres">
      <dgm:prSet presAssocID="{0B15EE4A-B1A1-4860-994F-F41F0E0F0DDB}" presName="composite" presStyleCnt="0"/>
      <dgm:spPr/>
    </dgm:pt>
    <dgm:pt modelId="{05F21A4A-7B65-4E6A-B769-8FD2D0159F62}" type="pres">
      <dgm:prSet presAssocID="{0B15EE4A-B1A1-4860-994F-F41F0E0F0DDB}" presName="background" presStyleLbl="node0" presStyleIdx="0" presStyleCnt="4"/>
      <dgm:spPr/>
    </dgm:pt>
    <dgm:pt modelId="{B6C513B2-CC45-4E3D-94C4-E242290D9548}" type="pres">
      <dgm:prSet presAssocID="{0B15EE4A-B1A1-4860-994F-F41F0E0F0DDB}" presName="text" presStyleLbl="fgAcc0" presStyleIdx="0" presStyleCnt="4">
        <dgm:presLayoutVars>
          <dgm:chPref val="3"/>
        </dgm:presLayoutVars>
      </dgm:prSet>
      <dgm:spPr/>
    </dgm:pt>
    <dgm:pt modelId="{5C73C6A1-CDD0-48DF-B68C-444BD530B7D3}" type="pres">
      <dgm:prSet presAssocID="{0B15EE4A-B1A1-4860-994F-F41F0E0F0DDB}" presName="hierChild2" presStyleCnt="0"/>
      <dgm:spPr/>
    </dgm:pt>
    <dgm:pt modelId="{D074D7A7-5234-40F9-8E42-F169FC1E5659}" type="pres">
      <dgm:prSet presAssocID="{3ED70B38-A8DF-4FA2-90D0-241C779EEB74}" presName="hierRoot1" presStyleCnt="0"/>
      <dgm:spPr/>
    </dgm:pt>
    <dgm:pt modelId="{6D55D5DE-4881-4379-8994-A83A9BA34681}" type="pres">
      <dgm:prSet presAssocID="{3ED70B38-A8DF-4FA2-90D0-241C779EEB74}" presName="composite" presStyleCnt="0"/>
      <dgm:spPr/>
    </dgm:pt>
    <dgm:pt modelId="{4DD86400-DB08-4AC1-968D-B57376EFA26F}" type="pres">
      <dgm:prSet presAssocID="{3ED70B38-A8DF-4FA2-90D0-241C779EEB74}" presName="background" presStyleLbl="node0" presStyleIdx="1" presStyleCnt="4"/>
      <dgm:spPr/>
    </dgm:pt>
    <dgm:pt modelId="{42DCB8B5-B00F-4106-8C6C-1DEACB52BF34}" type="pres">
      <dgm:prSet presAssocID="{3ED70B38-A8DF-4FA2-90D0-241C779EEB74}" presName="text" presStyleLbl="fgAcc0" presStyleIdx="1" presStyleCnt="4">
        <dgm:presLayoutVars>
          <dgm:chPref val="3"/>
        </dgm:presLayoutVars>
      </dgm:prSet>
      <dgm:spPr/>
    </dgm:pt>
    <dgm:pt modelId="{046E6695-13E4-4011-B740-D81DBD6A9DD2}" type="pres">
      <dgm:prSet presAssocID="{3ED70B38-A8DF-4FA2-90D0-241C779EEB74}" presName="hierChild2" presStyleCnt="0"/>
      <dgm:spPr/>
    </dgm:pt>
    <dgm:pt modelId="{2C8E25D7-9161-4043-8149-113BC246B985}" type="pres">
      <dgm:prSet presAssocID="{CD161103-9763-4791-9A69-9D69993B03C4}" presName="hierRoot1" presStyleCnt="0"/>
      <dgm:spPr/>
    </dgm:pt>
    <dgm:pt modelId="{B0DDF26F-82A0-4246-ADC4-5C4034C5C238}" type="pres">
      <dgm:prSet presAssocID="{CD161103-9763-4791-9A69-9D69993B03C4}" presName="composite" presStyleCnt="0"/>
      <dgm:spPr/>
    </dgm:pt>
    <dgm:pt modelId="{38B4BB81-EBCE-4530-84B4-E3C613FC5FF6}" type="pres">
      <dgm:prSet presAssocID="{CD161103-9763-4791-9A69-9D69993B03C4}" presName="background" presStyleLbl="node0" presStyleIdx="2" presStyleCnt="4"/>
      <dgm:spPr/>
    </dgm:pt>
    <dgm:pt modelId="{B44864E8-8918-4B2A-9477-6213505FE915}" type="pres">
      <dgm:prSet presAssocID="{CD161103-9763-4791-9A69-9D69993B03C4}" presName="text" presStyleLbl="fgAcc0" presStyleIdx="2" presStyleCnt="4">
        <dgm:presLayoutVars>
          <dgm:chPref val="3"/>
        </dgm:presLayoutVars>
      </dgm:prSet>
      <dgm:spPr/>
    </dgm:pt>
    <dgm:pt modelId="{2B23DF67-32B6-4E6E-81AD-138BCA400170}" type="pres">
      <dgm:prSet presAssocID="{CD161103-9763-4791-9A69-9D69993B03C4}" presName="hierChild2" presStyleCnt="0"/>
      <dgm:spPr/>
    </dgm:pt>
    <dgm:pt modelId="{98A54395-3AD3-4E55-BCAD-B69656E04E6E}" type="pres">
      <dgm:prSet presAssocID="{78933C75-28F0-434B-9F24-473F4E360ED5}" presName="hierRoot1" presStyleCnt="0"/>
      <dgm:spPr/>
    </dgm:pt>
    <dgm:pt modelId="{39A1A4B3-8984-42E0-A539-F1D86F6BAC77}" type="pres">
      <dgm:prSet presAssocID="{78933C75-28F0-434B-9F24-473F4E360ED5}" presName="composite" presStyleCnt="0"/>
      <dgm:spPr/>
    </dgm:pt>
    <dgm:pt modelId="{CFFBF192-896D-4E96-91DC-3CDD98F975CA}" type="pres">
      <dgm:prSet presAssocID="{78933C75-28F0-434B-9F24-473F4E360ED5}" presName="background" presStyleLbl="node0" presStyleIdx="3" presStyleCnt="4"/>
      <dgm:spPr/>
    </dgm:pt>
    <dgm:pt modelId="{14569F33-7C99-495F-8966-2FA9CA6E64CD}" type="pres">
      <dgm:prSet presAssocID="{78933C75-28F0-434B-9F24-473F4E360ED5}" presName="text" presStyleLbl="fgAcc0" presStyleIdx="3" presStyleCnt="4">
        <dgm:presLayoutVars>
          <dgm:chPref val="3"/>
        </dgm:presLayoutVars>
      </dgm:prSet>
      <dgm:spPr/>
    </dgm:pt>
    <dgm:pt modelId="{E3A46FCE-880D-4518-BCBE-544855963C1D}" type="pres">
      <dgm:prSet presAssocID="{78933C75-28F0-434B-9F24-473F4E360ED5}" presName="hierChild2" presStyleCnt="0"/>
      <dgm:spPr/>
    </dgm:pt>
    <dgm:pt modelId="{22AB3F54-5DA0-4AA1-A2D7-0507D65881E0}" type="pres">
      <dgm:prSet presAssocID="{445335A4-2155-4D7C-B401-A8FDF8ECFDC9}" presName="Name10" presStyleLbl="parChTrans1D2" presStyleIdx="0" presStyleCnt="2"/>
      <dgm:spPr/>
    </dgm:pt>
    <dgm:pt modelId="{7200FA8E-E46D-40FB-8940-6D06485B5201}" type="pres">
      <dgm:prSet presAssocID="{2CADD78C-47A5-4568-B89D-7B893BB2CE25}" presName="hierRoot2" presStyleCnt="0"/>
      <dgm:spPr/>
    </dgm:pt>
    <dgm:pt modelId="{5C4B1928-84B5-4D17-B15D-5AD7E87C9DF6}" type="pres">
      <dgm:prSet presAssocID="{2CADD78C-47A5-4568-B89D-7B893BB2CE25}" presName="composite2" presStyleCnt="0"/>
      <dgm:spPr/>
    </dgm:pt>
    <dgm:pt modelId="{87859781-113C-4C68-85FA-F26C45CE6585}" type="pres">
      <dgm:prSet presAssocID="{2CADD78C-47A5-4568-B89D-7B893BB2CE25}" presName="background2" presStyleLbl="node2" presStyleIdx="0" presStyleCnt="2"/>
      <dgm:spPr/>
    </dgm:pt>
    <dgm:pt modelId="{B56D8712-539B-48EC-B769-B2A63D16A29B}" type="pres">
      <dgm:prSet presAssocID="{2CADD78C-47A5-4568-B89D-7B893BB2CE25}" presName="text2" presStyleLbl="fgAcc2" presStyleIdx="0" presStyleCnt="2">
        <dgm:presLayoutVars>
          <dgm:chPref val="3"/>
        </dgm:presLayoutVars>
      </dgm:prSet>
      <dgm:spPr/>
    </dgm:pt>
    <dgm:pt modelId="{95825042-140A-4B5A-871C-B69DECBAA632}" type="pres">
      <dgm:prSet presAssocID="{2CADD78C-47A5-4568-B89D-7B893BB2CE25}" presName="hierChild3" presStyleCnt="0"/>
      <dgm:spPr/>
    </dgm:pt>
    <dgm:pt modelId="{8CF50F83-89A2-4A21-97DE-9260F0E2FDBF}" type="pres">
      <dgm:prSet presAssocID="{B3313FF2-2E63-49B3-9802-FC5C34BC1B9E}" presName="Name10" presStyleLbl="parChTrans1D2" presStyleIdx="1" presStyleCnt="2"/>
      <dgm:spPr/>
    </dgm:pt>
    <dgm:pt modelId="{9729F1A0-9065-4D52-8089-EA31974BAC41}" type="pres">
      <dgm:prSet presAssocID="{9C0F7EEE-F8E7-4D61-9A95-45439583371C}" presName="hierRoot2" presStyleCnt="0"/>
      <dgm:spPr/>
    </dgm:pt>
    <dgm:pt modelId="{270B88C4-8BFD-4491-8535-83597F5D0CCF}" type="pres">
      <dgm:prSet presAssocID="{9C0F7EEE-F8E7-4D61-9A95-45439583371C}" presName="composite2" presStyleCnt="0"/>
      <dgm:spPr/>
    </dgm:pt>
    <dgm:pt modelId="{2C6663E5-F38F-4F6E-AEFA-969DF616F858}" type="pres">
      <dgm:prSet presAssocID="{9C0F7EEE-F8E7-4D61-9A95-45439583371C}" presName="background2" presStyleLbl="node2" presStyleIdx="1" presStyleCnt="2"/>
      <dgm:spPr/>
    </dgm:pt>
    <dgm:pt modelId="{766271C5-6ACC-4339-BD4C-9739FF44DFDB}" type="pres">
      <dgm:prSet presAssocID="{9C0F7EEE-F8E7-4D61-9A95-45439583371C}" presName="text2" presStyleLbl="fgAcc2" presStyleIdx="1" presStyleCnt="2">
        <dgm:presLayoutVars>
          <dgm:chPref val="3"/>
        </dgm:presLayoutVars>
      </dgm:prSet>
      <dgm:spPr/>
    </dgm:pt>
    <dgm:pt modelId="{5B7EB498-3963-4DDC-985C-1439EF69094A}" type="pres">
      <dgm:prSet presAssocID="{9C0F7EEE-F8E7-4D61-9A95-45439583371C}" presName="hierChild3" presStyleCnt="0"/>
      <dgm:spPr/>
    </dgm:pt>
  </dgm:ptLst>
  <dgm:cxnLst>
    <dgm:cxn modelId="{812FC301-D841-41AF-B3C4-E0EFF2375E58}" type="presOf" srcId="{0B15EE4A-B1A1-4860-994F-F41F0E0F0DDB}" destId="{B6C513B2-CC45-4E3D-94C4-E242290D9548}" srcOrd="0" destOrd="0" presId="urn:microsoft.com/office/officeart/2005/8/layout/hierarchy1"/>
    <dgm:cxn modelId="{C80D2E1D-A3F9-464D-84A5-929E6D403632}" type="presOf" srcId="{78933C75-28F0-434B-9F24-473F4E360ED5}" destId="{14569F33-7C99-495F-8966-2FA9CA6E64CD}" srcOrd="0" destOrd="0" presId="urn:microsoft.com/office/officeart/2005/8/layout/hierarchy1"/>
    <dgm:cxn modelId="{B105C81D-F6BB-4D30-9037-75121E7AABB2}" srcId="{DAAAF66C-6151-4465-9F1A-63B13BB81958}" destId="{78933C75-28F0-434B-9F24-473F4E360ED5}" srcOrd="3" destOrd="0" parTransId="{30AF8445-2EEF-4EA3-8B7E-7ACD6C0ABB7C}" sibTransId="{7B0372E3-198F-41A9-A35B-8D525DDBAE48}"/>
    <dgm:cxn modelId="{B14B7C2E-3A43-4AAF-97A8-8265D9F17EE6}" type="presOf" srcId="{9C0F7EEE-F8E7-4D61-9A95-45439583371C}" destId="{766271C5-6ACC-4339-BD4C-9739FF44DFDB}" srcOrd="0" destOrd="0" presId="urn:microsoft.com/office/officeart/2005/8/layout/hierarchy1"/>
    <dgm:cxn modelId="{CFF8DE6C-2EC0-401C-893A-51B2FA6C6A9E}" type="presOf" srcId="{445335A4-2155-4D7C-B401-A8FDF8ECFDC9}" destId="{22AB3F54-5DA0-4AA1-A2D7-0507D65881E0}" srcOrd="0" destOrd="0" presId="urn:microsoft.com/office/officeart/2005/8/layout/hierarchy1"/>
    <dgm:cxn modelId="{60F0306E-EBA7-48F0-8365-B4ACC2C4C51C}" srcId="{78933C75-28F0-434B-9F24-473F4E360ED5}" destId="{9C0F7EEE-F8E7-4D61-9A95-45439583371C}" srcOrd="1" destOrd="0" parTransId="{B3313FF2-2E63-49B3-9802-FC5C34BC1B9E}" sibTransId="{1E4BAFD4-E05B-4A55-9BC3-4F8D673038D2}"/>
    <dgm:cxn modelId="{3326BD7C-71D3-4FEC-9CD0-8F9043186D0E}" srcId="{DAAAF66C-6151-4465-9F1A-63B13BB81958}" destId="{3ED70B38-A8DF-4FA2-90D0-241C779EEB74}" srcOrd="1" destOrd="0" parTransId="{C48FE752-599F-4CC0-A50F-133261F9384D}" sibTransId="{31055235-7EFA-43D7-BC5F-F96255D63D4D}"/>
    <dgm:cxn modelId="{4C3ED98D-45F0-46EF-9845-505BCD9BAF40}" type="presOf" srcId="{3ED70B38-A8DF-4FA2-90D0-241C779EEB74}" destId="{42DCB8B5-B00F-4106-8C6C-1DEACB52BF34}" srcOrd="0" destOrd="0" presId="urn:microsoft.com/office/officeart/2005/8/layout/hierarchy1"/>
    <dgm:cxn modelId="{96B0BD92-5AB8-42FB-A710-32EEA240720D}" srcId="{DAAAF66C-6151-4465-9F1A-63B13BB81958}" destId="{0B15EE4A-B1A1-4860-994F-F41F0E0F0DDB}" srcOrd="0" destOrd="0" parTransId="{5A7BB0F3-3DF8-4AA6-8270-01815C92AA10}" sibTransId="{E464CF9D-759E-432C-84C5-4724B68A3955}"/>
    <dgm:cxn modelId="{09A891A9-E349-4573-B0D1-9ACA5DA248D8}" type="presOf" srcId="{DAAAF66C-6151-4465-9F1A-63B13BB81958}" destId="{B122F43D-A02C-47D0-8A6E-7D033B12D763}" srcOrd="0" destOrd="0" presId="urn:microsoft.com/office/officeart/2005/8/layout/hierarchy1"/>
    <dgm:cxn modelId="{0F5870AA-D525-4776-9116-9C9481D93519}" srcId="{78933C75-28F0-434B-9F24-473F4E360ED5}" destId="{2CADD78C-47A5-4568-B89D-7B893BB2CE25}" srcOrd="0" destOrd="0" parTransId="{445335A4-2155-4D7C-B401-A8FDF8ECFDC9}" sibTransId="{8F7FD38A-FBC5-48B7-8FFE-8E2FF37FC726}"/>
    <dgm:cxn modelId="{C253DACB-C89E-4D15-B010-51775ECC082B}" type="presOf" srcId="{2CADD78C-47A5-4568-B89D-7B893BB2CE25}" destId="{B56D8712-539B-48EC-B769-B2A63D16A29B}" srcOrd="0" destOrd="0" presId="urn:microsoft.com/office/officeart/2005/8/layout/hierarchy1"/>
    <dgm:cxn modelId="{A8151ED9-7FFD-4C38-9DFB-2CE9FD8E45AE}" srcId="{DAAAF66C-6151-4465-9F1A-63B13BB81958}" destId="{CD161103-9763-4791-9A69-9D69993B03C4}" srcOrd="2" destOrd="0" parTransId="{27D8256D-B46B-4980-B7A8-FD2A204B974D}" sibTransId="{D6AB0449-D033-41EE-8235-2D50DB469DCA}"/>
    <dgm:cxn modelId="{28B054F2-23F6-416B-B8BA-FE12CB65A3DA}" type="presOf" srcId="{B3313FF2-2E63-49B3-9802-FC5C34BC1B9E}" destId="{8CF50F83-89A2-4A21-97DE-9260F0E2FDBF}" srcOrd="0" destOrd="0" presId="urn:microsoft.com/office/officeart/2005/8/layout/hierarchy1"/>
    <dgm:cxn modelId="{900994FC-236C-494C-BA07-2788893DE973}" type="presOf" srcId="{CD161103-9763-4791-9A69-9D69993B03C4}" destId="{B44864E8-8918-4B2A-9477-6213505FE915}" srcOrd="0" destOrd="0" presId="urn:microsoft.com/office/officeart/2005/8/layout/hierarchy1"/>
    <dgm:cxn modelId="{C6C1CC84-D68F-4466-B36C-AD877538B878}" type="presParOf" srcId="{B122F43D-A02C-47D0-8A6E-7D033B12D763}" destId="{D9724316-F1A4-4339-BA8C-FC617D7A69AB}" srcOrd="0" destOrd="0" presId="urn:microsoft.com/office/officeart/2005/8/layout/hierarchy1"/>
    <dgm:cxn modelId="{5F2EBBF6-5045-402F-A037-AD96E630C411}" type="presParOf" srcId="{D9724316-F1A4-4339-BA8C-FC617D7A69AB}" destId="{3D28BA40-B1BD-4E6C-9BB9-86C50388EA63}" srcOrd="0" destOrd="0" presId="urn:microsoft.com/office/officeart/2005/8/layout/hierarchy1"/>
    <dgm:cxn modelId="{B62388CE-06FF-4359-9E71-65F588A9A64A}" type="presParOf" srcId="{3D28BA40-B1BD-4E6C-9BB9-86C50388EA63}" destId="{05F21A4A-7B65-4E6A-B769-8FD2D0159F62}" srcOrd="0" destOrd="0" presId="urn:microsoft.com/office/officeart/2005/8/layout/hierarchy1"/>
    <dgm:cxn modelId="{52BE5866-89CC-42FF-8FDB-15BA1F886872}" type="presParOf" srcId="{3D28BA40-B1BD-4E6C-9BB9-86C50388EA63}" destId="{B6C513B2-CC45-4E3D-94C4-E242290D9548}" srcOrd="1" destOrd="0" presId="urn:microsoft.com/office/officeart/2005/8/layout/hierarchy1"/>
    <dgm:cxn modelId="{40B8DE54-09FD-4AEC-839C-E97610F29548}" type="presParOf" srcId="{D9724316-F1A4-4339-BA8C-FC617D7A69AB}" destId="{5C73C6A1-CDD0-48DF-B68C-444BD530B7D3}" srcOrd="1" destOrd="0" presId="urn:microsoft.com/office/officeart/2005/8/layout/hierarchy1"/>
    <dgm:cxn modelId="{6C31811C-B532-48A6-9CFE-FCFD8618005D}" type="presParOf" srcId="{B122F43D-A02C-47D0-8A6E-7D033B12D763}" destId="{D074D7A7-5234-40F9-8E42-F169FC1E5659}" srcOrd="1" destOrd="0" presId="urn:microsoft.com/office/officeart/2005/8/layout/hierarchy1"/>
    <dgm:cxn modelId="{062F17EE-EDE5-4156-AA39-48277A75D95D}" type="presParOf" srcId="{D074D7A7-5234-40F9-8E42-F169FC1E5659}" destId="{6D55D5DE-4881-4379-8994-A83A9BA34681}" srcOrd="0" destOrd="0" presId="urn:microsoft.com/office/officeart/2005/8/layout/hierarchy1"/>
    <dgm:cxn modelId="{06FD7A92-D449-4802-B5C7-8152F5286DD5}" type="presParOf" srcId="{6D55D5DE-4881-4379-8994-A83A9BA34681}" destId="{4DD86400-DB08-4AC1-968D-B57376EFA26F}" srcOrd="0" destOrd="0" presId="urn:microsoft.com/office/officeart/2005/8/layout/hierarchy1"/>
    <dgm:cxn modelId="{EBA27938-9470-4C2E-A01D-1E8A5FF451FC}" type="presParOf" srcId="{6D55D5DE-4881-4379-8994-A83A9BA34681}" destId="{42DCB8B5-B00F-4106-8C6C-1DEACB52BF34}" srcOrd="1" destOrd="0" presId="urn:microsoft.com/office/officeart/2005/8/layout/hierarchy1"/>
    <dgm:cxn modelId="{ADEFFAFC-0029-4151-9F47-7351D4B57B22}" type="presParOf" srcId="{D074D7A7-5234-40F9-8E42-F169FC1E5659}" destId="{046E6695-13E4-4011-B740-D81DBD6A9DD2}" srcOrd="1" destOrd="0" presId="urn:microsoft.com/office/officeart/2005/8/layout/hierarchy1"/>
    <dgm:cxn modelId="{0AE5E2CF-355A-4D00-A8BA-BB6A9BB168F8}" type="presParOf" srcId="{B122F43D-A02C-47D0-8A6E-7D033B12D763}" destId="{2C8E25D7-9161-4043-8149-113BC246B985}" srcOrd="2" destOrd="0" presId="urn:microsoft.com/office/officeart/2005/8/layout/hierarchy1"/>
    <dgm:cxn modelId="{EB9C1EF1-2437-4C43-852B-883B517D3A7D}" type="presParOf" srcId="{2C8E25D7-9161-4043-8149-113BC246B985}" destId="{B0DDF26F-82A0-4246-ADC4-5C4034C5C238}" srcOrd="0" destOrd="0" presId="urn:microsoft.com/office/officeart/2005/8/layout/hierarchy1"/>
    <dgm:cxn modelId="{9C66939B-E29B-4963-ACF3-9AB14324FA86}" type="presParOf" srcId="{B0DDF26F-82A0-4246-ADC4-5C4034C5C238}" destId="{38B4BB81-EBCE-4530-84B4-E3C613FC5FF6}" srcOrd="0" destOrd="0" presId="urn:microsoft.com/office/officeart/2005/8/layout/hierarchy1"/>
    <dgm:cxn modelId="{F7F3E61E-8BA5-4F87-8B98-7A9833893F0D}" type="presParOf" srcId="{B0DDF26F-82A0-4246-ADC4-5C4034C5C238}" destId="{B44864E8-8918-4B2A-9477-6213505FE915}" srcOrd="1" destOrd="0" presId="urn:microsoft.com/office/officeart/2005/8/layout/hierarchy1"/>
    <dgm:cxn modelId="{8CBC34CE-46BF-4836-BC11-EB933474BAC0}" type="presParOf" srcId="{2C8E25D7-9161-4043-8149-113BC246B985}" destId="{2B23DF67-32B6-4E6E-81AD-138BCA400170}" srcOrd="1" destOrd="0" presId="urn:microsoft.com/office/officeart/2005/8/layout/hierarchy1"/>
    <dgm:cxn modelId="{108B7F82-F932-4802-811F-092BF8433F41}" type="presParOf" srcId="{B122F43D-A02C-47D0-8A6E-7D033B12D763}" destId="{98A54395-3AD3-4E55-BCAD-B69656E04E6E}" srcOrd="3" destOrd="0" presId="urn:microsoft.com/office/officeart/2005/8/layout/hierarchy1"/>
    <dgm:cxn modelId="{C7A8085D-D2EB-48A7-9CCD-220663BB0E72}" type="presParOf" srcId="{98A54395-3AD3-4E55-BCAD-B69656E04E6E}" destId="{39A1A4B3-8984-42E0-A539-F1D86F6BAC77}" srcOrd="0" destOrd="0" presId="urn:microsoft.com/office/officeart/2005/8/layout/hierarchy1"/>
    <dgm:cxn modelId="{0D3392B7-8FCE-4B73-BDAC-E1400FECC748}" type="presParOf" srcId="{39A1A4B3-8984-42E0-A539-F1D86F6BAC77}" destId="{CFFBF192-896D-4E96-91DC-3CDD98F975CA}" srcOrd="0" destOrd="0" presId="urn:microsoft.com/office/officeart/2005/8/layout/hierarchy1"/>
    <dgm:cxn modelId="{7AB7DCA3-1F94-49A9-8AA8-9D937583CC89}" type="presParOf" srcId="{39A1A4B3-8984-42E0-A539-F1D86F6BAC77}" destId="{14569F33-7C99-495F-8966-2FA9CA6E64CD}" srcOrd="1" destOrd="0" presId="urn:microsoft.com/office/officeart/2005/8/layout/hierarchy1"/>
    <dgm:cxn modelId="{83B1DF1A-6602-43B8-A79E-C2A72B75656B}" type="presParOf" srcId="{98A54395-3AD3-4E55-BCAD-B69656E04E6E}" destId="{E3A46FCE-880D-4518-BCBE-544855963C1D}" srcOrd="1" destOrd="0" presId="urn:microsoft.com/office/officeart/2005/8/layout/hierarchy1"/>
    <dgm:cxn modelId="{0BC6B6F2-BD18-4C35-8186-FAAAEABB7F9C}" type="presParOf" srcId="{E3A46FCE-880D-4518-BCBE-544855963C1D}" destId="{22AB3F54-5DA0-4AA1-A2D7-0507D65881E0}" srcOrd="0" destOrd="0" presId="urn:microsoft.com/office/officeart/2005/8/layout/hierarchy1"/>
    <dgm:cxn modelId="{F67C49F4-787C-4157-82E5-67676CFAD1D6}" type="presParOf" srcId="{E3A46FCE-880D-4518-BCBE-544855963C1D}" destId="{7200FA8E-E46D-40FB-8940-6D06485B5201}" srcOrd="1" destOrd="0" presId="urn:microsoft.com/office/officeart/2005/8/layout/hierarchy1"/>
    <dgm:cxn modelId="{46529365-07FE-4EB6-86F5-40ADB5A947BC}" type="presParOf" srcId="{7200FA8E-E46D-40FB-8940-6D06485B5201}" destId="{5C4B1928-84B5-4D17-B15D-5AD7E87C9DF6}" srcOrd="0" destOrd="0" presId="urn:microsoft.com/office/officeart/2005/8/layout/hierarchy1"/>
    <dgm:cxn modelId="{931B6685-838C-448F-B487-DFB747E556D4}" type="presParOf" srcId="{5C4B1928-84B5-4D17-B15D-5AD7E87C9DF6}" destId="{87859781-113C-4C68-85FA-F26C45CE6585}" srcOrd="0" destOrd="0" presId="urn:microsoft.com/office/officeart/2005/8/layout/hierarchy1"/>
    <dgm:cxn modelId="{841F285D-8E97-4A30-9678-9D490872BD27}" type="presParOf" srcId="{5C4B1928-84B5-4D17-B15D-5AD7E87C9DF6}" destId="{B56D8712-539B-48EC-B769-B2A63D16A29B}" srcOrd="1" destOrd="0" presId="urn:microsoft.com/office/officeart/2005/8/layout/hierarchy1"/>
    <dgm:cxn modelId="{C90C76DA-5764-4A66-8DE7-7A71080446D5}" type="presParOf" srcId="{7200FA8E-E46D-40FB-8940-6D06485B5201}" destId="{95825042-140A-4B5A-871C-B69DECBAA632}" srcOrd="1" destOrd="0" presId="urn:microsoft.com/office/officeart/2005/8/layout/hierarchy1"/>
    <dgm:cxn modelId="{2DB72C02-B04E-4C4D-BABB-0862629BDFCD}" type="presParOf" srcId="{E3A46FCE-880D-4518-BCBE-544855963C1D}" destId="{8CF50F83-89A2-4A21-97DE-9260F0E2FDBF}" srcOrd="2" destOrd="0" presId="urn:microsoft.com/office/officeart/2005/8/layout/hierarchy1"/>
    <dgm:cxn modelId="{630865F3-07BE-48A0-9E93-1720C96B20B3}" type="presParOf" srcId="{E3A46FCE-880D-4518-BCBE-544855963C1D}" destId="{9729F1A0-9065-4D52-8089-EA31974BAC41}" srcOrd="3" destOrd="0" presId="urn:microsoft.com/office/officeart/2005/8/layout/hierarchy1"/>
    <dgm:cxn modelId="{7DC4FC9B-3761-4993-95E0-58CE82D4CD7A}" type="presParOf" srcId="{9729F1A0-9065-4D52-8089-EA31974BAC41}" destId="{270B88C4-8BFD-4491-8535-83597F5D0CCF}" srcOrd="0" destOrd="0" presId="urn:microsoft.com/office/officeart/2005/8/layout/hierarchy1"/>
    <dgm:cxn modelId="{DBEEE7D3-AA9F-467F-8329-48CB61142423}" type="presParOf" srcId="{270B88C4-8BFD-4491-8535-83597F5D0CCF}" destId="{2C6663E5-F38F-4F6E-AEFA-969DF616F858}" srcOrd="0" destOrd="0" presId="urn:microsoft.com/office/officeart/2005/8/layout/hierarchy1"/>
    <dgm:cxn modelId="{B794D471-4730-4747-9194-745C52B10A24}" type="presParOf" srcId="{270B88C4-8BFD-4491-8535-83597F5D0CCF}" destId="{766271C5-6ACC-4339-BD4C-9739FF44DFDB}" srcOrd="1" destOrd="0" presId="urn:microsoft.com/office/officeart/2005/8/layout/hierarchy1"/>
    <dgm:cxn modelId="{1AD8D5F8-E550-4E99-9377-E266C90CEE45}" type="presParOf" srcId="{9729F1A0-9065-4D52-8089-EA31974BAC41}" destId="{5B7EB498-3963-4DDC-985C-1439EF69094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6064A5-89AD-4645-B70A-7B120FFCEFF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3F4351-EA18-4CFE-9113-87E3F9C3F658}">
      <dgm:prSet/>
      <dgm:spPr/>
      <dgm:t>
        <a:bodyPr/>
        <a:lstStyle/>
        <a:p>
          <a:r>
            <a:rPr lang="en-IN" dirty="0"/>
            <a:t>The Scenario: Expensive calculations (e.g., Black-Scholes Options Pricing).</a:t>
          </a:r>
          <a:endParaRPr lang="en-US" dirty="0"/>
        </a:p>
      </dgm:t>
    </dgm:pt>
    <dgm:pt modelId="{07F5C004-AE62-40FB-833C-F68880A32120}" type="parTrans" cxnId="{18C128AB-D5B2-40E7-94FB-1BA3DDB46F60}">
      <dgm:prSet/>
      <dgm:spPr/>
      <dgm:t>
        <a:bodyPr/>
        <a:lstStyle/>
        <a:p>
          <a:endParaRPr lang="en-US"/>
        </a:p>
      </dgm:t>
    </dgm:pt>
    <dgm:pt modelId="{E20763AB-8709-4218-A53A-5B8BC2491B45}" type="sibTrans" cxnId="{18C128AB-D5B2-40E7-94FB-1BA3DDB46F60}">
      <dgm:prSet/>
      <dgm:spPr/>
      <dgm:t>
        <a:bodyPr/>
        <a:lstStyle/>
        <a:p>
          <a:endParaRPr lang="en-US"/>
        </a:p>
      </dgm:t>
    </dgm:pt>
    <dgm:pt modelId="{0D3235B8-EBF4-4BF8-A49C-49FB7516EF3A}">
      <dgm:prSet/>
      <dgm:spPr/>
      <dgm:t>
        <a:bodyPr/>
        <a:lstStyle/>
        <a:p>
          <a:r>
            <a:rPr lang="en-IN"/>
            <a:t>The Fix: Cache the result based on the arguments.</a:t>
          </a:r>
          <a:endParaRPr lang="en-US"/>
        </a:p>
      </dgm:t>
    </dgm:pt>
    <dgm:pt modelId="{44403DED-D073-4AD7-B0B7-6FDB027B3501}" type="parTrans" cxnId="{FEC00C2C-05DA-448D-A4B6-09CEA0C1E718}">
      <dgm:prSet/>
      <dgm:spPr/>
      <dgm:t>
        <a:bodyPr/>
        <a:lstStyle/>
        <a:p>
          <a:endParaRPr lang="en-US"/>
        </a:p>
      </dgm:t>
    </dgm:pt>
    <dgm:pt modelId="{704D6646-152C-4783-86DB-A23FA1357FD0}" type="sibTrans" cxnId="{FEC00C2C-05DA-448D-A4B6-09CEA0C1E718}">
      <dgm:prSet/>
      <dgm:spPr/>
      <dgm:t>
        <a:bodyPr/>
        <a:lstStyle/>
        <a:p>
          <a:endParaRPr lang="en-US"/>
        </a:p>
      </dgm:t>
    </dgm:pt>
    <dgm:pt modelId="{8BFB5367-3293-4472-9C4C-5AD607D7E6C5}">
      <dgm:prSet/>
      <dgm:spPr/>
      <dgm:t>
        <a:bodyPr/>
        <a:lstStyle/>
        <a:p>
          <a:r>
            <a:rPr lang="en-IN"/>
            <a:t>The Engineering: Use a Map to store args -&gt; result.</a:t>
          </a:r>
          <a:endParaRPr lang="en-US"/>
        </a:p>
      </dgm:t>
    </dgm:pt>
    <dgm:pt modelId="{C3816217-856B-459C-9219-1139E21CC7A5}" type="parTrans" cxnId="{16A1F923-FE4E-4003-B27A-F908740C44A9}">
      <dgm:prSet/>
      <dgm:spPr/>
      <dgm:t>
        <a:bodyPr/>
        <a:lstStyle/>
        <a:p>
          <a:endParaRPr lang="en-US"/>
        </a:p>
      </dgm:t>
    </dgm:pt>
    <dgm:pt modelId="{029E0FA4-5FB3-4098-96D4-27DBC9E047D0}" type="sibTrans" cxnId="{16A1F923-FE4E-4003-B27A-F908740C44A9}">
      <dgm:prSet/>
      <dgm:spPr/>
      <dgm:t>
        <a:bodyPr/>
        <a:lstStyle/>
        <a:p>
          <a:endParaRPr lang="en-US"/>
        </a:p>
      </dgm:t>
    </dgm:pt>
    <dgm:pt modelId="{A80C6A6D-616B-4550-9C5F-F29D5F7A28EA}" type="pres">
      <dgm:prSet presAssocID="{8F6064A5-89AD-4645-B70A-7B120FFCEFFB}" presName="outerComposite" presStyleCnt="0">
        <dgm:presLayoutVars>
          <dgm:chMax val="5"/>
          <dgm:dir/>
          <dgm:resizeHandles val="exact"/>
        </dgm:presLayoutVars>
      </dgm:prSet>
      <dgm:spPr/>
    </dgm:pt>
    <dgm:pt modelId="{5C04168A-5FB5-444E-B5F6-7812B0546FDC}" type="pres">
      <dgm:prSet presAssocID="{8F6064A5-89AD-4645-B70A-7B120FFCEFFB}" presName="dummyMaxCanvas" presStyleCnt="0">
        <dgm:presLayoutVars/>
      </dgm:prSet>
      <dgm:spPr/>
    </dgm:pt>
    <dgm:pt modelId="{AE4BC3E9-EA0F-43BD-AE51-2E72856C684C}" type="pres">
      <dgm:prSet presAssocID="{8F6064A5-89AD-4645-B70A-7B120FFCEFFB}" presName="ThreeNodes_1" presStyleLbl="node1" presStyleIdx="0" presStyleCnt="3">
        <dgm:presLayoutVars>
          <dgm:bulletEnabled val="1"/>
        </dgm:presLayoutVars>
      </dgm:prSet>
      <dgm:spPr/>
    </dgm:pt>
    <dgm:pt modelId="{9853D9DB-EB01-4B5E-AC8F-A36116C76B8C}" type="pres">
      <dgm:prSet presAssocID="{8F6064A5-89AD-4645-B70A-7B120FFCEFFB}" presName="ThreeNodes_2" presStyleLbl="node1" presStyleIdx="1" presStyleCnt="3">
        <dgm:presLayoutVars>
          <dgm:bulletEnabled val="1"/>
        </dgm:presLayoutVars>
      </dgm:prSet>
      <dgm:spPr/>
    </dgm:pt>
    <dgm:pt modelId="{C8C77233-68B7-43E1-B42E-FF9D52B35F89}" type="pres">
      <dgm:prSet presAssocID="{8F6064A5-89AD-4645-B70A-7B120FFCEFFB}" presName="ThreeNodes_3" presStyleLbl="node1" presStyleIdx="2" presStyleCnt="3">
        <dgm:presLayoutVars>
          <dgm:bulletEnabled val="1"/>
        </dgm:presLayoutVars>
      </dgm:prSet>
      <dgm:spPr/>
    </dgm:pt>
    <dgm:pt modelId="{6F03FEF4-22FE-4DF0-97CB-C01EAD895543}" type="pres">
      <dgm:prSet presAssocID="{8F6064A5-89AD-4645-B70A-7B120FFCEFFB}" presName="ThreeConn_1-2" presStyleLbl="fgAccFollowNode1" presStyleIdx="0" presStyleCnt="2">
        <dgm:presLayoutVars>
          <dgm:bulletEnabled val="1"/>
        </dgm:presLayoutVars>
      </dgm:prSet>
      <dgm:spPr/>
    </dgm:pt>
    <dgm:pt modelId="{DA303B61-A80D-4DC5-BD94-56EB1CD1C8E9}" type="pres">
      <dgm:prSet presAssocID="{8F6064A5-89AD-4645-B70A-7B120FFCEFFB}" presName="ThreeConn_2-3" presStyleLbl="fgAccFollowNode1" presStyleIdx="1" presStyleCnt="2">
        <dgm:presLayoutVars>
          <dgm:bulletEnabled val="1"/>
        </dgm:presLayoutVars>
      </dgm:prSet>
      <dgm:spPr/>
    </dgm:pt>
    <dgm:pt modelId="{57CAD9B6-F241-458F-89BF-BCD8755DF434}" type="pres">
      <dgm:prSet presAssocID="{8F6064A5-89AD-4645-B70A-7B120FFCEFFB}" presName="ThreeNodes_1_text" presStyleLbl="node1" presStyleIdx="2" presStyleCnt="3">
        <dgm:presLayoutVars>
          <dgm:bulletEnabled val="1"/>
        </dgm:presLayoutVars>
      </dgm:prSet>
      <dgm:spPr/>
    </dgm:pt>
    <dgm:pt modelId="{C33DEC03-F927-4B8D-952D-15DD006CABA2}" type="pres">
      <dgm:prSet presAssocID="{8F6064A5-89AD-4645-B70A-7B120FFCEFFB}" presName="ThreeNodes_2_text" presStyleLbl="node1" presStyleIdx="2" presStyleCnt="3">
        <dgm:presLayoutVars>
          <dgm:bulletEnabled val="1"/>
        </dgm:presLayoutVars>
      </dgm:prSet>
      <dgm:spPr/>
    </dgm:pt>
    <dgm:pt modelId="{E56D74A1-E877-4615-9944-8C025241FD38}" type="pres">
      <dgm:prSet presAssocID="{8F6064A5-89AD-4645-B70A-7B120FFCEFF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4F88318-83D3-431E-BE54-9B2C947F24EF}" type="presOf" srcId="{CA3F4351-EA18-4CFE-9113-87E3F9C3F658}" destId="{57CAD9B6-F241-458F-89BF-BCD8755DF434}" srcOrd="1" destOrd="0" presId="urn:microsoft.com/office/officeart/2005/8/layout/vProcess5"/>
    <dgm:cxn modelId="{16A1F923-FE4E-4003-B27A-F908740C44A9}" srcId="{8F6064A5-89AD-4645-B70A-7B120FFCEFFB}" destId="{8BFB5367-3293-4472-9C4C-5AD607D7E6C5}" srcOrd="2" destOrd="0" parTransId="{C3816217-856B-459C-9219-1139E21CC7A5}" sibTransId="{029E0FA4-5FB3-4098-96D4-27DBC9E047D0}"/>
    <dgm:cxn modelId="{FEC00C2C-05DA-448D-A4B6-09CEA0C1E718}" srcId="{8F6064A5-89AD-4645-B70A-7B120FFCEFFB}" destId="{0D3235B8-EBF4-4BF8-A49C-49FB7516EF3A}" srcOrd="1" destOrd="0" parTransId="{44403DED-D073-4AD7-B0B7-6FDB027B3501}" sibTransId="{704D6646-152C-4783-86DB-A23FA1357FD0}"/>
    <dgm:cxn modelId="{B7D70F63-5FC9-4DED-A8B6-23A788A0FC19}" type="presOf" srcId="{CA3F4351-EA18-4CFE-9113-87E3F9C3F658}" destId="{AE4BC3E9-EA0F-43BD-AE51-2E72856C684C}" srcOrd="0" destOrd="0" presId="urn:microsoft.com/office/officeart/2005/8/layout/vProcess5"/>
    <dgm:cxn modelId="{0F845865-19F3-42D7-950C-A553555F6ED0}" type="presOf" srcId="{8BFB5367-3293-4472-9C4C-5AD607D7E6C5}" destId="{E56D74A1-E877-4615-9944-8C025241FD38}" srcOrd="1" destOrd="0" presId="urn:microsoft.com/office/officeart/2005/8/layout/vProcess5"/>
    <dgm:cxn modelId="{45E1E176-A2CD-42C9-809E-8166EED91D1F}" type="presOf" srcId="{E20763AB-8709-4218-A53A-5B8BC2491B45}" destId="{6F03FEF4-22FE-4DF0-97CB-C01EAD895543}" srcOrd="0" destOrd="0" presId="urn:microsoft.com/office/officeart/2005/8/layout/vProcess5"/>
    <dgm:cxn modelId="{0430AEA1-2BF7-42B3-A442-7BAAF75CA8A9}" type="presOf" srcId="{0D3235B8-EBF4-4BF8-A49C-49FB7516EF3A}" destId="{C33DEC03-F927-4B8D-952D-15DD006CABA2}" srcOrd="1" destOrd="0" presId="urn:microsoft.com/office/officeart/2005/8/layout/vProcess5"/>
    <dgm:cxn modelId="{18C128AB-D5B2-40E7-94FB-1BA3DDB46F60}" srcId="{8F6064A5-89AD-4645-B70A-7B120FFCEFFB}" destId="{CA3F4351-EA18-4CFE-9113-87E3F9C3F658}" srcOrd="0" destOrd="0" parTransId="{07F5C004-AE62-40FB-833C-F68880A32120}" sibTransId="{E20763AB-8709-4218-A53A-5B8BC2491B45}"/>
    <dgm:cxn modelId="{C9E17CAC-16FD-4D03-B498-169410C5428F}" type="presOf" srcId="{8BFB5367-3293-4472-9C4C-5AD607D7E6C5}" destId="{C8C77233-68B7-43E1-B42E-FF9D52B35F89}" srcOrd="0" destOrd="0" presId="urn:microsoft.com/office/officeart/2005/8/layout/vProcess5"/>
    <dgm:cxn modelId="{750EBCAD-1820-4EB4-923B-9F136BFF1A5A}" type="presOf" srcId="{704D6646-152C-4783-86DB-A23FA1357FD0}" destId="{DA303B61-A80D-4DC5-BD94-56EB1CD1C8E9}" srcOrd="0" destOrd="0" presId="urn:microsoft.com/office/officeart/2005/8/layout/vProcess5"/>
    <dgm:cxn modelId="{38A64CD7-2D81-46CB-9012-E9B0C483B6E3}" type="presOf" srcId="{8F6064A5-89AD-4645-B70A-7B120FFCEFFB}" destId="{A80C6A6D-616B-4550-9C5F-F29D5F7A28EA}" srcOrd="0" destOrd="0" presId="urn:microsoft.com/office/officeart/2005/8/layout/vProcess5"/>
    <dgm:cxn modelId="{22F57CFF-45D6-466B-B74F-032CC4865F33}" type="presOf" srcId="{0D3235B8-EBF4-4BF8-A49C-49FB7516EF3A}" destId="{9853D9DB-EB01-4B5E-AC8F-A36116C76B8C}" srcOrd="0" destOrd="0" presId="urn:microsoft.com/office/officeart/2005/8/layout/vProcess5"/>
    <dgm:cxn modelId="{482F4324-BE37-4C08-B30B-6238C5BC5A5C}" type="presParOf" srcId="{A80C6A6D-616B-4550-9C5F-F29D5F7A28EA}" destId="{5C04168A-5FB5-444E-B5F6-7812B0546FDC}" srcOrd="0" destOrd="0" presId="urn:microsoft.com/office/officeart/2005/8/layout/vProcess5"/>
    <dgm:cxn modelId="{C314732E-CBF8-4594-8772-AD0A8BFBAE0D}" type="presParOf" srcId="{A80C6A6D-616B-4550-9C5F-F29D5F7A28EA}" destId="{AE4BC3E9-EA0F-43BD-AE51-2E72856C684C}" srcOrd="1" destOrd="0" presId="urn:microsoft.com/office/officeart/2005/8/layout/vProcess5"/>
    <dgm:cxn modelId="{4C966949-4CC0-4C11-890C-3B5867D3497C}" type="presParOf" srcId="{A80C6A6D-616B-4550-9C5F-F29D5F7A28EA}" destId="{9853D9DB-EB01-4B5E-AC8F-A36116C76B8C}" srcOrd="2" destOrd="0" presId="urn:microsoft.com/office/officeart/2005/8/layout/vProcess5"/>
    <dgm:cxn modelId="{F053E2AE-2065-46D3-8F48-A5B1A6507067}" type="presParOf" srcId="{A80C6A6D-616B-4550-9C5F-F29D5F7A28EA}" destId="{C8C77233-68B7-43E1-B42E-FF9D52B35F89}" srcOrd="3" destOrd="0" presId="urn:microsoft.com/office/officeart/2005/8/layout/vProcess5"/>
    <dgm:cxn modelId="{DA47C78B-4EE5-4C28-81E4-3EBE0939174B}" type="presParOf" srcId="{A80C6A6D-616B-4550-9C5F-F29D5F7A28EA}" destId="{6F03FEF4-22FE-4DF0-97CB-C01EAD895543}" srcOrd="4" destOrd="0" presId="urn:microsoft.com/office/officeart/2005/8/layout/vProcess5"/>
    <dgm:cxn modelId="{8F0A287A-4722-46E0-BBCD-226781992D9C}" type="presParOf" srcId="{A80C6A6D-616B-4550-9C5F-F29D5F7A28EA}" destId="{DA303B61-A80D-4DC5-BD94-56EB1CD1C8E9}" srcOrd="5" destOrd="0" presId="urn:microsoft.com/office/officeart/2005/8/layout/vProcess5"/>
    <dgm:cxn modelId="{E34A2ACF-B374-4BE7-BA46-68CA39314165}" type="presParOf" srcId="{A80C6A6D-616B-4550-9C5F-F29D5F7A28EA}" destId="{57CAD9B6-F241-458F-89BF-BCD8755DF434}" srcOrd="6" destOrd="0" presId="urn:microsoft.com/office/officeart/2005/8/layout/vProcess5"/>
    <dgm:cxn modelId="{9F3A150D-5C26-436C-AB22-39971CFEDDBF}" type="presParOf" srcId="{A80C6A6D-616B-4550-9C5F-F29D5F7A28EA}" destId="{C33DEC03-F927-4B8D-952D-15DD006CABA2}" srcOrd="7" destOrd="0" presId="urn:microsoft.com/office/officeart/2005/8/layout/vProcess5"/>
    <dgm:cxn modelId="{B78CABB0-3E62-495D-9B0C-A357F3046ACA}" type="presParOf" srcId="{A80C6A6D-616B-4550-9C5F-F29D5F7A28EA}" destId="{E56D74A1-E877-4615-9944-8C025241FD3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50F83-89A2-4A21-97DE-9260F0E2FDBF}">
      <dsp:nvSpPr>
        <dsp:cNvPr id="0" name=""/>
        <dsp:cNvSpPr/>
      </dsp:nvSpPr>
      <dsp:spPr>
        <a:xfrm>
          <a:off x="7435032" y="1693226"/>
          <a:ext cx="1090023" cy="5187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514"/>
              </a:lnTo>
              <a:lnTo>
                <a:pt x="1090023" y="353514"/>
              </a:lnTo>
              <a:lnTo>
                <a:pt x="1090023" y="51875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B3F54-5DA0-4AA1-A2D7-0507D65881E0}">
      <dsp:nvSpPr>
        <dsp:cNvPr id="0" name=""/>
        <dsp:cNvSpPr/>
      </dsp:nvSpPr>
      <dsp:spPr>
        <a:xfrm>
          <a:off x="6345009" y="1693226"/>
          <a:ext cx="1090023" cy="518752"/>
        </a:xfrm>
        <a:custGeom>
          <a:avLst/>
          <a:gdLst/>
          <a:ahLst/>
          <a:cxnLst/>
          <a:rect l="0" t="0" r="0" b="0"/>
          <a:pathLst>
            <a:path>
              <a:moveTo>
                <a:pt x="1090023" y="0"/>
              </a:moveTo>
              <a:lnTo>
                <a:pt x="1090023" y="353514"/>
              </a:lnTo>
              <a:lnTo>
                <a:pt x="0" y="353514"/>
              </a:lnTo>
              <a:lnTo>
                <a:pt x="0" y="51875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F21A4A-7B65-4E6A-B769-8FD2D0159F62}">
      <dsp:nvSpPr>
        <dsp:cNvPr id="0" name=""/>
        <dsp:cNvSpPr/>
      </dsp:nvSpPr>
      <dsp:spPr>
        <a:xfrm>
          <a:off x="3052" y="560592"/>
          <a:ext cx="1783675" cy="1132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513B2-CC45-4E3D-94C4-E242290D9548}">
      <dsp:nvSpPr>
        <dsp:cNvPr id="0" name=""/>
        <dsp:cNvSpPr/>
      </dsp:nvSpPr>
      <dsp:spPr>
        <a:xfrm>
          <a:off x="201238" y="748869"/>
          <a:ext cx="1783675" cy="1132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Transition: Moving from pure JS Logic to the React UI Layer.</a:t>
          </a:r>
          <a:endParaRPr lang="en-US" sz="1400" kern="1200"/>
        </a:p>
      </dsp:txBody>
      <dsp:txXfrm>
        <a:off x="234412" y="782043"/>
        <a:ext cx="1717327" cy="1066285"/>
      </dsp:txXfrm>
    </dsp:sp>
    <dsp:sp modelId="{4DD86400-DB08-4AC1-968D-B57376EFA26F}">
      <dsp:nvSpPr>
        <dsp:cNvPr id="0" name=""/>
        <dsp:cNvSpPr/>
      </dsp:nvSpPr>
      <dsp:spPr>
        <a:xfrm>
          <a:off x="2183100" y="560592"/>
          <a:ext cx="1783675" cy="1132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CB8B5-B00F-4106-8C6C-1DEACB52BF34}">
      <dsp:nvSpPr>
        <dsp:cNvPr id="0" name=""/>
        <dsp:cNvSpPr/>
      </dsp:nvSpPr>
      <dsp:spPr>
        <a:xfrm>
          <a:off x="2381286" y="748869"/>
          <a:ext cx="1783675" cy="1132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Problem: High-frequency updates (5,000+ assets) cause rendering bottlenecks.T</a:t>
          </a:r>
          <a:endParaRPr lang="en-US" sz="1400" kern="1200"/>
        </a:p>
      </dsp:txBody>
      <dsp:txXfrm>
        <a:off x="2414460" y="782043"/>
        <a:ext cx="1717327" cy="1066285"/>
      </dsp:txXfrm>
    </dsp:sp>
    <dsp:sp modelId="{38B4BB81-EBCE-4530-84B4-E3C613FC5FF6}">
      <dsp:nvSpPr>
        <dsp:cNvPr id="0" name=""/>
        <dsp:cNvSpPr/>
      </dsp:nvSpPr>
      <dsp:spPr>
        <a:xfrm>
          <a:off x="4363147" y="560592"/>
          <a:ext cx="1783675" cy="1132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864E8-8918-4B2A-9477-6213505FE915}">
      <dsp:nvSpPr>
        <dsp:cNvPr id="0" name=""/>
        <dsp:cNvSpPr/>
      </dsp:nvSpPr>
      <dsp:spPr>
        <a:xfrm>
          <a:off x="4561333" y="748869"/>
          <a:ext cx="1783675" cy="1132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Goal: O(1) lookup and "Selective Reconciliation.</a:t>
          </a:r>
          <a:endParaRPr lang="en-US" sz="1400" kern="1200"/>
        </a:p>
      </dsp:txBody>
      <dsp:txXfrm>
        <a:off x="4594507" y="782043"/>
        <a:ext cx="1717327" cy="1066285"/>
      </dsp:txXfrm>
    </dsp:sp>
    <dsp:sp modelId="{CFFBF192-896D-4E96-91DC-3CDD98F975CA}">
      <dsp:nvSpPr>
        <dsp:cNvPr id="0" name=""/>
        <dsp:cNvSpPr/>
      </dsp:nvSpPr>
      <dsp:spPr>
        <a:xfrm>
          <a:off x="6543195" y="560592"/>
          <a:ext cx="1783675" cy="1132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69F33-7C99-495F-8966-2FA9CA6E64CD}">
      <dsp:nvSpPr>
        <dsp:cNvPr id="0" name=""/>
        <dsp:cNvSpPr/>
      </dsp:nvSpPr>
      <dsp:spPr>
        <a:xfrm>
          <a:off x="6741381" y="748869"/>
          <a:ext cx="1783675" cy="1132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"Key Labs Covered:  </a:t>
          </a:r>
          <a:endParaRPr lang="en-US" sz="1400" kern="1200"/>
        </a:p>
      </dsp:txBody>
      <dsp:txXfrm>
        <a:off x="6774555" y="782043"/>
        <a:ext cx="1717327" cy="1066285"/>
      </dsp:txXfrm>
    </dsp:sp>
    <dsp:sp modelId="{87859781-113C-4C68-85FA-F26C45CE6585}">
      <dsp:nvSpPr>
        <dsp:cNvPr id="0" name=""/>
        <dsp:cNvSpPr/>
      </dsp:nvSpPr>
      <dsp:spPr>
        <a:xfrm>
          <a:off x="5453171" y="2211978"/>
          <a:ext cx="1783675" cy="1132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D8712-539B-48EC-B769-B2A63D16A29B}">
      <dsp:nvSpPr>
        <dsp:cNvPr id="0" name=""/>
        <dsp:cNvSpPr/>
      </dsp:nvSpPr>
      <dsp:spPr>
        <a:xfrm>
          <a:off x="5651357" y="2400255"/>
          <a:ext cx="1783675" cy="1132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Lab R-01: In-Place Flattener (The Performance Hack).</a:t>
          </a:r>
          <a:endParaRPr lang="en-US" sz="1400" kern="1200"/>
        </a:p>
      </dsp:txBody>
      <dsp:txXfrm>
        <a:off x="5684531" y="2433429"/>
        <a:ext cx="1717327" cy="1066285"/>
      </dsp:txXfrm>
    </dsp:sp>
    <dsp:sp modelId="{2C6663E5-F38F-4F6E-AEFA-969DF616F858}">
      <dsp:nvSpPr>
        <dsp:cNvPr id="0" name=""/>
        <dsp:cNvSpPr/>
      </dsp:nvSpPr>
      <dsp:spPr>
        <a:xfrm>
          <a:off x="7633218" y="2211978"/>
          <a:ext cx="1783675" cy="1132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271C5-6ACC-4339-BD4C-9739FF44DFDB}">
      <dsp:nvSpPr>
        <dsp:cNvPr id="0" name=""/>
        <dsp:cNvSpPr/>
      </dsp:nvSpPr>
      <dsp:spPr>
        <a:xfrm>
          <a:off x="7831405" y="2400255"/>
          <a:ext cx="1783675" cy="1132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Lab R-10: The Ultimate Flattener (The Capstone).</a:t>
          </a:r>
          <a:endParaRPr lang="en-US" sz="1400" kern="1200"/>
        </a:p>
      </dsp:txBody>
      <dsp:txXfrm>
        <a:off x="7864579" y="2433429"/>
        <a:ext cx="1717327" cy="10662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BC3E9-EA0F-43BD-AE51-2E72856C684C}">
      <dsp:nvSpPr>
        <dsp:cNvPr id="0" name=""/>
        <dsp:cNvSpPr/>
      </dsp:nvSpPr>
      <dsp:spPr>
        <a:xfrm>
          <a:off x="0" y="0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The Scenario: Expensive calculations (e.g., Black-Scholes Options Pricing).</a:t>
          </a:r>
          <a:endParaRPr lang="en-US" sz="3100" kern="1200" dirty="0"/>
        </a:p>
      </dsp:txBody>
      <dsp:txXfrm>
        <a:off x="35968" y="35968"/>
        <a:ext cx="6850257" cy="1156108"/>
      </dsp:txXfrm>
    </dsp:sp>
    <dsp:sp modelId="{9853D9DB-EB01-4B5E-AC8F-A36116C76B8C}">
      <dsp:nvSpPr>
        <dsp:cNvPr id="0" name=""/>
        <dsp:cNvSpPr/>
      </dsp:nvSpPr>
      <dsp:spPr>
        <a:xfrm>
          <a:off x="721359" y="1432718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1356225"/>
            <a:satOff val="-828"/>
            <a:lumOff val="3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The Fix: Cache the result based on the arguments.</a:t>
          </a:r>
          <a:endParaRPr lang="en-US" sz="3100" kern="1200"/>
        </a:p>
      </dsp:txBody>
      <dsp:txXfrm>
        <a:off x="757327" y="1468686"/>
        <a:ext cx="6583888" cy="1156108"/>
      </dsp:txXfrm>
    </dsp:sp>
    <dsp:sp modelId="{C8C77233-68B7-43E1-B42E-FF9D52B35F89}">
      <dsp:nvSpPr>
        <dsp:cNvPr id="0" name=""/>
        <dsp:cNvSpPr/>
      </dsp:nvSpPr>
      <dsp:spPr>
        <a:xfrm>
          <a:off x="1442719" y="2865437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2712450"/>
            <a:satOff val="-1656"/>
            <a:lumOff val="64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The Engineering: Use a Map to store args -&gt; result.</a:t>
          </a:r>
          <a:endParaRPr lang="en-US" sz="3100" kern="1200"/>
        </a:p>
      </dsp:txBody>
      <dsp:txXfrm>
        <a:off x="1478687" y="2901405"/>
        <a:ext cx="6583888" cy="1156108"/>
      </dsp:txXfrm>
    </dsp:sp>
    <dsp:sp modelId="{6F03FEF4-22FE-4DF0-97CB-C01EAD895543}">
      <dsp:nvSpPr>
        <dsp:cNvPr id="0" name=""/>
        <dsp:cNvSpPr/>
      </dsp:nvSpPr>
      <dsp:spPr>
        <a:xfrm>
          <a:off x="7377184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556785" y="931267"/>
        <a:ext cx="439026" cy="600667"/>
      </dsp:txXfrm>
    </dsp:sp>
    <dsp:sp modelId="{DA303B61-A80D-4DC5-BD94-56EB1CD1C8E9}">
      <dsp:nvSpPr>
        <dsp:cNvPr id="0" name=""/>
        <dsp:cNvSpPr/>
      </dsp:nvSpPr>
      <dsp:spPr>
        <a:xfrm>
          <a:off x="8098544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741368"/>
            <a:satOff val="7526"/>
            <a:lumOff val="114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741368"/>
              <a:satOff val="7526"/>
              <a:lumOff val="11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78145" y="2355798"/>
        <a:ext cx="439026" cy="6006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B646-E19B-4900-B6F7-BBCF4CA123A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28649-8DAD-4F20-B376-FA78BEEA7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4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84F25-93CA-4083-91F6-44CD5E538C60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603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952D2-2ACB-4F04-961A-2002AF374DCD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01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0A2B5-705A-4377-AD51-0E64CB165C50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28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52884-E373-49C8-9271-98304C4E9A78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256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6A54-3F66-4E14-AEB4-09A5EE83B80D}" type="datetime1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510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1D8D-9340-4A58-BBB0-1FC1A260ABBC}" type="datetime1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5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8AD7-9BCA-4D05-BAE8-D726A2DDC3A2}" type="datetime1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51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5B08-9571-416C-8DEA-0FD1B2A7F3C3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68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7D46-0F71-4BCA-B6A1-0FCBBD18435F}" type="datetime1">
              <a:rPr lang="en-IN" smtClean="0"/>
              <a:t>12-02-2026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41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B7436-2F6D-4A54-BB5F-1B1A7D5F97C6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7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42C07-5C92-4389-910E-83425E69B4D2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8567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045-3960-47D5-8923-156FD8E34DC8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062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4393-8762-49EE-A09D-C6718B772424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568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155-BABA-4042-AE3F-48DDD43C4338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036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8DB0-FF17-4873-B285-6F3AA300A01E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603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2F982-93BC-4EAF-AD77-434B6A325E06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1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A09EB-E0D8-48BA-B146-187B10F18B5C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04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2988-9B75-E6CC-B453-10CFBB4C7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3: </a:t>
            </a:r>
            <a:r>
              <a:rPr lang="en-IN" dirty="0"/>
              <a:t>Reactive State &amp; Performance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35DD4-6528-EA91-8E97-C904CA35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44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36558-C12E-2160-1FA4-B7C3433F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Reactive Data Pipeline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305AE7FE-0853-90CB-D87A-2CF8D738C4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14" name="TextBox 11">
            <a:extLst>
              <a:ext uri="{FF2B5EF4-FFF2-40B4-BE49-F238E27FC236}">
                <a16:creationId xmlns:a16="http://schemas.microsoft.com/office/drawing/2014/main" id="{AF1E8DBD-B609-73D1-155D-174A79570A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368993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217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8B43E6-06B9-7411-55D8-3320B7CF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201" y="29864"/>
            <a:ext cx="10475831" cy="116779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dirty="0"/>
              <a:t>Engineering Performance – Nested vs. </a:t>
            </a:r>
            <a:br>
              <a:rPr lang="en-US" sz="4400" dirty="0"/>
            </a:br>
            <a:r>
              <a:rPr lang="en-US" sz="4400" dirty="0"/>
              <a:t>Flat Data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6E918B1-FA59-42EF-8A8E-B0F3D1E54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33D88-6CEC-3EA1-4DCB-D2DD1973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38DF9DD-1F68-F59C-0267-1D63949EC9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5373974" cy="537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D5CF5BF-7487-B917-0A4C-07F89A8FFA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2433" y="3429000"/>
            <a:ext cx="3685082" cy="368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106367-DB6C-C3E3-0310-81729C7DB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33223"/>
              </p:ext>
            </p:extLst>
          </p:nvPr>
        </p:nvGraphicFramePr>
        <p:xfrm>
          <a:off x="1016624" y="1450072"/>
          <a:ext cx="8711664" cy="4440052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1284001">
                  <a:extLst>
                    <a:ext uri="{9D8B030D-6E8A-4147-A177-3AD203B41FA5}">
                      <a16:colId xmlns:a16="http://schemas.microsoft.com/office/drawing/2014/main" val="2174685991"/>
                    </a:ext>
                  </a:extLst>
                </a:gridCol>
                <a:gridCol w="2058072">
                  <a:extLst>
                    <a:ext uri="{9D8B030D-6E8A-4147-A177-3AD203B41FA5}">
                      <a16:colId xmlns:a16="http://schemas.microsoft.com/office/drawing/2014/main" val="3417905182"/>
                    </a:ext>
                  </a:extLst>
                </a:gridCol>
                <a:gridCol w="1706399">
                  <a:extLst>
                    <a:ext uri="{9D8B030D-6E8A-4147-A177-3AD203B41FA5}">
                      <a16:colId xmlns:a16="http://schemas.microsoft.com/office/drawing/2014/main" val="3976411601"/>
                    </a:ext>
                  </a:extLst>
                </a:gridCol>
                <a:gridCol w="3663192">
                  <a:extLst>
                    <a:ext uri="{9D8B030D-6E8A-4147-A177-3AD203B41FA5}">
                      <a16:colId xmlns:a16="http://schemas.microsoft.com/office/drawing/2014/main" val="2406154290"/>
                    </a:ext>
                  </a:extLst>
                </a:gridCol>
              </a:tblGrid>
              <a:tr h="6078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Nested Structure (The Tree)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Flat Structure (The Map)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Engineering Why?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532579"/>
                  </a:ext>
                </a:extLst>
              </a:tr>
              <a:tr h="8343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Lookup Speed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O(N)</a:t>
                      </a:r>
                      <a:endParaRPr lang="en-IN" sz="1800" cap="none" spc="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O(1)</a:t>
                      </a:r>
                      <a:endParaRPr lang="en-IN" sz="1800" cap="none" spc="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Finding a specific trade in a tree requires recursion. In a flat object, it’s a direct key hit.</a:t>
                      </a: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147211"/>
                  </a:ext>
                </a:extLst>
              </a:tr>
              <a:tr h="10607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Update Efficiency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Slow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Fast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Deep updates require cloning the entire branch (Path-to-Root). Flat updates only change one reference.</a:t>
                      </a: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638318"/>
                  </a:ext>
                </a:extLst>
              </a:tr>
              <a:tr h="8343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GC Pressure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High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Low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Constant deep-cloning creates "Garbage" that causes the browser to stutter during cleanup.</a:t>
                      </a: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510629"/>
                  </a:ext>
                </a:extLst>
              </a:tr>
              <a:tr h="8343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React Logic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Complex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Simple</a:t>
                      </a:r>
                      <a:endParaRPr lang="en-IN" sz="1800" cap="none" spc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memo and </a:t>
                      </a:r>
                      <a:r>
                        <a:rPr lang="en-US" sz="1800" cap="none" spc="0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useSelector</a:t>
                      </a:r>
                      <a:r>
                        <a:rPr lang="en-US" sz="1800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work best with flat keys rather than deep nested dependencies.</a:t>
                      </a:r>
                    </a:p>
                  </a:txBody>
                  <a:tcPr marL="40423" marR="40423" marT="26948" marB="634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27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39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50553-E351-FF5D-9893-1A306D4F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E500-8D2F-4CCF-5D44-041CB8D9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4333"/>
            <a:ext cx="4951048" cy="5249334"/>
          </a:xfrm>
        </p:spPr>
        <p:txBody>
          <a:bodyPr>
            <a:normAutofit/>
          </a:bodyPr>
          <a:lstStyle/>
          <a:p>
            <a:pPr algn="ctr"/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r>
              <a:rPr lang="en-IN" sz="4000" dirty="0">
                <a:solidFill>
                  <a:srgbClr val="00B0F0"/>
                </a:solidFill>
              </a:rPr>
              <a:t>Code-Along                        (</a:t>
            </a:r>
            <a:r>
              <a:rPr lang="en-IN" dirty="0"/>
              <a:t>The </a:t>
            </a:r>
            <a:r>
              <a:rPr lang="en-IN" dirty="0" err="1"/>
              <a:t>setDeep</a:t>
            </a:r>
            <a:r>
              <a:rPr lang="en-IN" dirty="0"/>
              <a:t> Utility</a:t>
            </a:r>
            <a:r>
              <a:rPr lang="en-IN" sz="4000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2D43A1-11C3-F1DB-A81E-2CC8CEE9F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1048" y="804333"/>
            <a:ext cx="7240952" cy="5249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Problem: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4000" dirty="0"/>
              <a:t>Update </a:t>
            </a:r>
            <a:r>
              <a:rPr lang="en-US" sz="2000" dirty="0">
                <a:latin typeface="Arial" panose="020B0604020202020204" pitchFamily="34" charset="0"/>
              </a:rPr>
              <a:t>a nested user profile without losing state.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Constraint: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4000" dirty="0"/>
              <a:t>Never mutate </a:t>
            </a:r>
            <a:r>
              <a:rPr lang="en-US" sz="2000" dirty="0">
                <a:latin typeface="Arial" panose="020B0604020202020204" pitchFamily="34" charset="0"/>
              </a:rPr>
              <a:t>the original state object.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Logic: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</a:p>
          <a:p>
            <a:pPr marL="2914650" lvl="5" indent="-7429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4000" dirty="0"/>
              <a:t>Clone</a:t>
            </a:r>
            <a:r>
              <a:rPr lang="en-US" sz="3400" dirty="0">
                <a:latin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</a:rPr>
              <a:t>the top level.</a:t>
            </a:r>
          </a:p>
          <a:p>
            <a:pPr marL="2686050" lvl="5" indent="-5143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sz="3400" dirty="0">
              <a:latin typeface="Arial" panose="020B0604020202020204" pitchFamily="34" charset="0"/>
            </a:endParaRPr>
          </a:p>
          <a:p>
            <a:pPr marL="2914650" lvl="5" indent="-7429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4000" dirty="0"/>
              <a:t>Trace</a:t>
            </a:r>
            <a:r>
              <a:rPr lang="en-US" sz="3400" dirty="0">
                <a:latin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</a:rPr>
              <a:t>the path to the change.</a:t>
            </a:r>
          </a:p>
          <a:p>
            <a:pPr marL="2686050" lvl="5" indent="-5143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sz="3400" dirty="0">
              <a:latin typeface="Arial" panose="020B0604020202020204" pitchFamily="34" charset="0"/>
            </a:endParaRPr>
          </a:p>
          <a:p>
            <a:pPr marL="2914650" lvl="5" indent="-7429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4000" dirty="0"/>
              <a:t>Create</a:t>
            </a:r>
            <a:r>
              <a:rPr lang="en-US" sz="3400" dirty="0">
                <a:latin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</a:rPr>
              <a:t>new references only for the modified branch.</a:t>
            </a:r>
            <a:endParaRPr lang="en-IN" sz="21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D7C5-654B-8D40-BE62-6A97A48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80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7" name="Rectangle 4136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Title 5">
            <a:extLst>
              <a:ext uri="{FF2B5EF4-FFF2-40B4-BE49-F238E27FC236}">
                <a16:creationId xmlns:a16="http://schemas.microsoft.com/office/drawing/2014/main" id="{D74CB609-2271-BDD3-30FC-A8184459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Multi-Arg Memoizer</a:t>
            </a:r>
          </a:p>
        </p:txBody>
      </p:sp>
      <p:sp>
        <p:nvSpPr>
          <p:cNvPr id="4138" name="Isosceles Triangle 4137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7194-893B-6F45-142B-208C6A7A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139" name="Isosceles Triangle 4138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4140" name="TextBox 2">
            <a:extLst>
              <a:ext uri="{FF2B5EF4-FFF2-40B4-BE49-F238E27FC236}">
                <a16:creationId xmlns:a16="http://schemas.microsoft.com/office/drawing/2014/main" id="{9E3E5CD2-42C0-1520-C25F-60BA4CA45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179108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485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A3BE-623E-7ABE-75F8-ABDB021C2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IN"/>
              <a:t>Memoization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8B214-0628-C193-38F5-A0C1FF49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33E865F-A956-33DD-954E-13B3F72C6F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161151"/>
              </p:ext>
            </p:extLst>
          </p:nvPr>
        </p:nvGraphicFramePr>
        <p:xfrm>
          <a:off x="677863" y="2175393"/>
          <a:ext cx="8596313" cy="38518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21320">
                  <a:extLst>
                    <a:ext uri="{9D8B030D-6E8A-4147-A177-3AD203B41FA5}">
                      <a16:colId xmlns:a16="http://schemas.microsoft.com/office/drawing/2014/main" val="3142277644"/>
                    </a:ext>
                  </a:extLst>
                </a:gridCol>
                <a:gridCol w="2987790">
                  <a:extLst>
                    <a:ext uri="{9D8B030D-6E8A-4147-A177-3AD203B41FA5}">
                      <a16:colId xmlns:a16="http://schemas.microsoft.com/office/drawing/2014/main" val="1919393266"/>
                    </a:ext>
                  </a:extLst>
                </a:gridCol>
                <a:gridCol w="3187203">
                  <a:extLst>
                    <a:ext uri="{9D8B030D-6E8A-4147-A177-3AD203B41FA5}">
                      <a16:colId xmlns:a16="http://schemas.microsoft.com/office/drawing/2014/main" val="1306001206"/>
                    </a:ext>
                  </a:extLst>
                </a:gridCol>
              </a:tblGrid>
              <a:tr h="5453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Logic Step</a:t>
                      </a:r>
                      <a:endParaRPr lang="en-IN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Technical Implementation</a:t>
                      </a:r>
                      <a:endParaRPr lang="en-IN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Why it Matters in Fintech</a:t>
                      </a:r>
                      <a:endParaRPr lang="en-US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184856"/>
                  </a:ext>
                </a:extLst>
              </a:tr>
              <a:tr h="10226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The Cache</a:t>
                      </a:r>
                      <a:endParaRPr lang="en-IN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new Map()</a:t>
                      </a: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Handles thousands of pricing updates without the performance degradation of plain objects.</a:t>
                      </a: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90963"/>
                  </a:ext>
                </a:extLst>
              </a:tr>
              <a:tr h="10226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The Key</a:t>
                      </a:r>
                      <a:endParaRPr lang="en-IN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JSON.stringify(args)</a:t>
                      </a: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Ensures (100, 0.2) is treated as a different cache entry than (102, 0.2).</a:t>
                      </a: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297828"/>
                  </a:ext>
                </a:extLst>
              </a:tr>
              <a:tr h="12612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The Context</a:t>
                      </a:r>
                      <a:endParaRPr lang="en-IN" sz="16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.apply(this, args)</a:t>
                      </a: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Essential for </a:t>
                      </a:r>
                      <a:r>
                        <a:rPr lang="en-US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Lab R-05</a:t>
                      </a: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. Allows the memoizer to work on methods inherited from the </a:t>
                      </a:r>
                      <a:r>
                        <a:rPr lang="en-US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Instrument Superclass</a:t>
                      </a: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255652" marR="132939" marT="132939" marB="1329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727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90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7838C-FA1A-905D-62C8-CEFD34CA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Visualizing the Lifecycle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48173-BC01-732F-E223-28793A62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294B50C-7AF3-74E2-FE82-417ED79C75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15783"/>
              </p:ext>
            </p:extLst>
          </p:nvPr>
        </p:nvGraphicFramePr>
        <p:xfrm>
          <a:off x="1661045" y="1948543"/>
          <a:ext cx="8869912" cy="4093483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2427563">
                  <a:extLst>
                    <a:ext uri="{9D8B030D-6E8A-4147-A177-3AD203B41FA5}">
                      <a16:colId xmlns:a16="http://schemas.microsoft.com/office/drawing/2014/main" val="191887204"/>
                    </a:ext>
                  </a:extLst>
                </a:gridCol>
                <a:gridCol w="2642012">
                  <a:extLst>
                    <a:ext uri="{9D8B030D-6E8A-4147-A177-3AD203B41FA5}">
                      <a16:colId xmlns:a16="http://schemas.microsoft.com/office/drawing/2014/main" val="2049459677"/>
                    </a:ext>
                  </a:extLst>
                </a:gridCol>
                <a:gridCol w="1292979">
                  <a:extLst>
                    <a:ext uri="{9D8B030D-6E8A-4147-A177-3AD203B41FA5}">
                      <a16:colId xmlns:a16="http://schemas.microsoft.com/office/drawing/2014/main" val="1463756462"/>
                    </a:ext>
                  </a:extLst>
                </a:gridCol>
                <a:gridCol w="2507358">
                  <a:extLst>
                    <a:ext uri="{9D8B030D-6E8A-4147-A177-3AD203B41FA5}">
                      <a16:colId xmlns:a16="http://schemas.microsoft.com/office/drawing/2014/main" val="2317403064"/>
                    </a:ext>
                  </a:extLst>
                </a:gridCol>
              </a:tblGrid>
              <a:tr h="5888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Step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Action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Location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34454"/>
                  </a:ext>
                </a:extLst>
              </a:tr>
              <a:tr h="8761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1. Initialization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cap="none" spc="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const</a:t>
                      </a:r>
                      <a:r>
                        <a:rPr lang="en-IN" sz="19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cache = new Map()</a:t>
                      </a: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Heap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Allocated.</a:t>
                      </a: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291682"/>
                  </a:ext>
                </a:extLst>
              </a:tr>
              <a:tr h="8761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2. memoize Returns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Function finishes execution.</a:t>
                      </a: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Stack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Frame is deleted/popped.</a:t>
                      </a: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25900"/>
                  </a:ext>
                </a:extLst>
              </a:tr>
              <a:tr h="5888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3. The Call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myMemoizedFn(price)</a:t>
                      </a: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Stack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New frame created.</a:t>
                      </a: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418684"/>
                  </a:ext>
                </a:extLst>
              </a:tr>
              <a:tr h="11634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4. The Lookup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cap="none" spc="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cache.get</a:t>
                      </a:r>
                      <a:r>
                        <a:rPr lang="en-IN" sz="19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(key)</a:t>
                      </a: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Heap</a:t>
                      </a:r>
                      <a:endParaRPr lang="en-IN" sz="19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Closure</a:t>
                      </a:r>
                      <a:r>
                        <a:rPr lang="en-US" sz="19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reaches back into the Heap to find the data.</a:t>
                      </a:r>
                    </a:p>
                  </a:txBody>
                  <a:tcPr marL="100542" marR="179539" marT="28726" marB="215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9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641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DBBE-76FD-B574-D263-24E09325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A7C7-D23E-08FF-FF11-8062DB79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4D322E-25B9-EF94-FA97-05191F55A3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25799" y="1402804"/>
            <a:ext cx="7140402" cy="4052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Flat is Better: Flatten data for O(1) UI performance.</a:t>
            </a:r>
          </a:p>
          <a:p>
            <a:pPr lvl="0"/>
            <a:endParaRPr lang="en-US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Surgical Updates: Use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setDeep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to trigger React renders efficiently.</a:t>
            </a:r>
          </a:p>
          <a:p>
            <a:pPr lvl="0"/>
            <a:endParaRPr lang="en-US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Cache Results: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Memoize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expensive financial logic.</a:t>
            </a:r>
            <a:endParaRPr kumimoji="0" lang="en-US" altLang="en-US" sz="2800" i="0" u="none" strike="noStrike" normalizeH="0" baseline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FBF00-FA35-2274-0F98-0A88B21A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3600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654</TotalTime>
  <Words>480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Google Sans Text</vt:lpstr>
      <vt:lpstr>Trebuchet MS</vt:lpstr>
      <vt:lpstr>Wingdings 3</vt:lpstr>
      <vt:lpstr>Facet</vt:lpstr>
      <vt:lpstr>Phase 3: Reactive State &amp; Performance Optimization</vt:lpstr>
      <vt:lpstr>The Reactive Data Pipeline</vt:lpstr>
      <vt:lpstr>Engineering Performance – Nested vs.  Flat Data</vt:lpstr>
      <vt:lpstr>   Code-Along                        (The setDeep Utility)</vt:lpstr>
      <vt:lpstr>Multi-Arg Memoizer</vt:lpstr>
      <vt:lpstr>Memoization Engineering</vt:lpstr>
      <vt:lpstr>Visualizing the Lifecycle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Joseph Samuels</dc:creator>
  <cp:lastModifiedBy>Stephen Joseph Samuels</cp:lastModifiedBy>
  <cp:revision>20</cp:revision>
  <dcterms:created xsi:type="dcterms:W3CDTF">2026-02-09T07:07:36Z</dcterms:created>
  <dcterms:modified xsi:type="dcterms:W3CDTF">2026-02-12T11:29:27Z</dcterms:modified>
</cp:coreProperties>
</file>