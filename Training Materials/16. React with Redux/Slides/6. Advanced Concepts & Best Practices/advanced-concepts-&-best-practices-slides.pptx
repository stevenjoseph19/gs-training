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75" r:id="rId4"/>
    <p:sldId id="276" r:id="rId5"/>
    <p:sldId id="277" r:id="rId6"/>
    <p:sldId id="264" r:id="rId7"/>
    <p:sldId id="263" r:id="rId8"/>
    <p:sldId id="272" r:id="rId9"/>
    <p:sldId id="273" r:id="rId10"/>
    <p:sldId id="274" r:id="rId11"/>
    <p:sldId id="271" r:id="rId12"/>
    <p:sldId id="268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43" d="100"/>
          <a:sy n="43" d="100"/>
        </p:scale>
        <p:origin x="936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171" y="3543046"/>
            <a:ext cx="12164924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500">
                <a:solidFill>
                  <a:schemeClr val="tx1"/>
                </a:solidFill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Advanced Concepts &amp; Best Practices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81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5200" dirty="0">
                <a:latin typeface="Tahoma" panose="020B0604030504040204"/>
                <a:cs typeface="Tahoma" panose="020B0604030504040204"/>
              </a:rPr>
              <a:t>State Normalization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86040" y="4000500"/>
            <a:ext cx="8465820" cy="262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 The problem with nested data from APIs</a:t>
            </a: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The Solution: Normalization</a:t>
            </a: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createEntityAdapter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1E69-346F-447A-EC6B-FCECABD4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39EAA-4C05-C1EF-7B7C-63F4F1531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3C718-FBAE-DFCA-580B-5D7E33339B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658693-8176-B264-B2C9-9A555CFE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779" y="266019"/>
            <a:ext cx="14632442" cy="9754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57DB5C-9117-4629-83BF-FF4A78884FD3}"/>
              </a:ext>
            </a:extLst>
          </p:cNvPr>
          <p:cNvSpPr txBox="1"/>
          <p:nvPr/>
        </p:nvSpPr>
        <p:spPr>
          <a:xfrm>
            <a:off x="0" y="8381490"/>
            <a:ext cx="17678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Adapter → Slice reducers (mutating-friendly with Immer) → Store, with selectors for fast reads.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09823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3368-2B7F-4FE1-11F2-AE3FAFA4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16E8-56B0-99A9-D2E7-2B275FD3A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34A80-2499-4161-B996-4C3A94225F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64F41-B455-8D73-C87A-8A2B17589A3B}"/>
              </a:ext>
            </a:extLst>
          </p:cNvPr>
          <p:cNvSpPr txBox="1"/>
          <p:nvPr/>
        </p:nvSpPr>
        <p:spPr>
          <a:xfrm>
            <a:off x="4571999" y="169499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200" dirty="0">
                <a:latin typeface="Tahoma" panose="020B0604030504040204"/>
                <a:cs typeface="Tahoma" panose="020B0604030504040204"/>
              </a:rPr>
              <a:t>normalized state + selectors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350D5-336A-68FC-0530-71120719E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299" y="990008"/>
            <a:ext cx="13487400" cy="8991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35338C-E28A-D495-1338-027CDC988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00783"/>
            <a:ext cx="15556881" cy="238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9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8359B-0EAC-138C-FD11-9634A00ED4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sp>
        <p:nvSpPr>
          <p:cNvPr id="5" name="AutoShape 2" descr="Image of ">
            <a:extLst>
              <a:ext uri="{FF2B5EF4-FFF2-40B4-BE49-F238E27FC236}">
                <a16:creationId xmlns:a16="http://schemas.microsoft.com/office/drawing/2014/main" id="{2A703ABD-E770-D387-6A3C-2E2A61B04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6951" y="5206881"/>
            <a:ext cx="8665210" cy="866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CB264B-6226-3273-02DF-D1FDB565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822" y="217820"/>
            <a:ext cx="10036778" cy="96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2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0" y="3390900"/>
            <a:ext cx="14474825" cy="2380615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Normalize an API response for a list of products and manage updates to a single product item.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4.1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Code Structure &amp; Organization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962400" y="3086100"/>
            <a:ext cx="13965555" cy="429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folder by type</a:t>
            </a: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feature-based (often called the Ducks Pattern)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The recommended approach for modern, large-scale applications is the feature-based folder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Folder-by-Type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962400" y="3086100"/>
            <a:ext cx="13965555" cy="6657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Structure: All files of the same type are grouped together.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/actions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/reducers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/store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2399665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Feature-Based Folder Structure  (Ducks Pattern)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962400" y="3086100"/>
            <a:ext cx="13965555" cy="6529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Structure: All files related to a specific feature are grouped together in their own directory.</a:t>
            </a:r>
          </a:p>
          <a:p>
            <a:pPr marL="1485900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/features</a:t>
            </a:r>
          </a:p>
          <a:p>
            <a:pPr marL="1943100" lvl="1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/user</a:t>
            </a: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userSlice.ts</a:t>
            </a: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UserProfile.tsx</a:t>
            </a:r>
          </a:p>
          <a:p>
            <a:pPr marL="1943100" lvl="1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/products</a:t>
            </a: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productsSlice.ts</a:t>
            </a: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ProductList.tsx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Middleware and Store Configuration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886200" y="3086100"/>
            <a:ext cx="13965555" cy="5169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Built-in Middleware</a:t>
            </a: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redux-thunk:</a:t>
            </a:r>
          </a:p>
          <a:p>
            <a:pPr marL="1828800" lvl="2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Redux DevTools Extension Middleware</a:t>
            </a: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serializableCheck &amp; immutableCheck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2628265" y="4191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Redux DevTools Extension </a:t>
            </a:r>
          </a:p>
        </p:txBody>
      </p:sp>
      <p:sp>
        <p:nvSpPr>
          <p:cNvPr id="5" name="object 4"/>
          <p:cNvSpPr txBox="1">
            <a:spLocks noGrp="1"/>
          </p:cNvSpPr>
          <p:nvPr>
            <p:ph type="title"/>
          </p:nvPr>
        </p:nvSpPr>
        <p:spPr>
          <a:xfrm>
            <a:off x="1958340" y="3390900"/>
            <a:ext cx="15564485" cy="508889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indent="0" algn="ctr">
              <a:spcBef>
                <a:spcPts val="10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en-US" sz="44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Action History</a:t>
            </a: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Black" panose="020B0A04020102020204"/>
                <a:cs typeface="Arial Black" panose="020B0A04020102020204"/>
                <a:sym typeface="+mn-ea"/>
              </a:rPr>
              <a:t> Time-Travel Debugging</a:t>
            </a: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  <a:t>State Inspection</a:t>
            </a: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Performance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220" y="3740150"/>
            <a:ext cx="14862175" cy="225552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40" dirty="0"/>
              <a:t> </a:t>
            </a:r>
            <a:r>
              <a:rPr spc="-25" dirty="0"/>
              <a:t>up:</a:t>
            </a:r>
          </a:p>
          <a:p>
            <a:pPr algn="ctr">
              <a:lnSpc>
                <a:spcPts val="7895"/>
              </a:lnSpc>
            </a:pPr>
            <a:r>
              <a:rPr lang="en-US" altLang="en-US" sz="6600"/>
              <a:t>Integration &amp; Wrap-up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211</Words>
  <Application>Microsoft Office PowerPoint</Application>
  <PresentationFormat>Custom</PresentationFormat>
  <Paragraphs>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Arial Black</vt:lpstr>
      <vt:lpstr>Arial MT</vt:lpstr>
      <vt:lpstr>Tahoma</vt:lpstr>
      <vt:lpstr>Times New Roman</vt:lpstr>
      <vt:lpstr>Wingdings</vt:lpstr>
      <vt:lpstr>Office Theme</vt:lpstr>
      <vt:lpstr>Advanced Concepts &amp; Best Practices</vt:lpstr>
      <vt:lpstr> The problem with nested data from APIs  The Solution: Normalization  createEntityAdapter</vt:lpstr>
      <vt:lpstr>PowerPoint Presentation</vt:lpstr>
      <vt:lpstr>PowerPoint Presentation</vt:lpstr>
      <vt:lpstr>PowerPoint Presentation</vt:lpstr>
      <vt:lpstr>Normalize an API response for a list of products and manage updates to a single product item.</vt:lpstr>
      <vt:lpstr>Code Structure &amp; Organization</vt:lpstr>
      <vt:lpstr>Folder-by-Type</vt:lpstr>
      <vt:lpstr>Feature-Based Folder Structure  (Ducks Pattern)</vt:lpstr>
      <vt:lpstr>Middleware and Store Configuration</vt:lpstr>
      <vt:lpstr>Action History   Time-Travel Debugging  State Inspection  Performance Monitoring</vt:lpstr>
      <vt:lpstr>Next up: Integration &amp; 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Stephen Joseph Samuels</cp:lastModifiedBy>
  <cp:revision>26</cp:revision>
  <dcterms:created xsi:type="dcterms:W3CDTF">2024-10-25T14:24:00Z</dcterms:created>
  <dcterms:modified xsi:type="dcterms:W3CDTF">2025-11-22T07:28:14Z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2022-08-30T03:30:00Z</vt:filetime>
  </property>
  <property fmtid="{D5CDD505-2E9C-101B-9397-08002B2CF9AE}" pid="3" name="LastSaved">
    <vt:filetime>2024-10-26T03:30:00Z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