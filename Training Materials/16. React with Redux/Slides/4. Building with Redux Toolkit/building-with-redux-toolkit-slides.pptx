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59" r:id="rId4"/>
    <p:sldId id="269" r:id="rId5"/>
    <p:sldId id="272" r:id="rId6"/>
    <p:sldId id="264" r:id="rId7"/>
    <p:sldId id="263" r:id="rId8"/>
    <p:sldId id="271" r:id="rId9"/>
    <p:sldId id="268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43" d="100"/>
          <a:sy n="43" d="100"/>
        </p:scale>
        <p:origin x="93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39AE41-6E72-4A24-A266-1879CE137EA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FD7A7-9EE9-43C4-AE8D-5516C6DA394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6913880" y="703581"/>
            <a:ext cx="0" cy="8879840"/>
          </a:xfrm>
          <a:custGeom>
            <a:avLst/>
            <a:gdLst/>
            <a:ahLst/>
            <a:cxnLst/>
            <a:rect l="l" t="t" r="r" b="b"/>
            <a:pathLst>
              <a:path h="8879840">
                <a:moveTo>
                  <a:pt x="0" y="0"/>
                </a:moveTo>
                <a:lnTo>
                  <a:pt x="1" y="8879842"/>
                </a:lnTo>
              </a:path>
            </a:pathLst>
          </a:custGeom>
          <a:ln w="50800">
            <a:solidFill>
              <a:srgbClr val="F15B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686040" y="3136899"/>
            <a:ext cx="5182870" cy="312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1BD68-DA8D-4AA8-87F1-91C168BA370A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994FB-CC5E-43BF-83B4-444AAB3E53DB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74A6C-E57C-46BA-8C72-6F4877181ADC}" type="datetime1">
              <a:rPr lang="en-US" smtClean="0"/>
              <a:t>11/22/2025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C0C1F-3C31-4E53-87B9-BE35C2C9E1C0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8E0E2-AC2F-4AD5-BB1C-918015B6CAAF}" type="datetime1">
              <a:rPr lang="en-US" smtClean="0"/>
              <a:t>11/22/2025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4505" y="3740403"/>
            <a:ext cx="11718988" cy="2393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4265" y="4331715"/>
            <a:ext cx="8665210" cy="2448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991DE-1AD3-462C-A4DC-4EC4919A7E91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820" y="4510975"/>
            <a:ext cx="16066010" cy="57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4876" y="3543046"/>
            <a:ext cx="12164924" cy="7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500">
                <a:solidFill>
                  <a:schemeClr val="tx1"/>
                </a:solidFill>
                <a:latin typeface="Tahoma" panose="020B0604030504040204"/>
                <a:ea typeface="Arial" panose="020B0604020202020204" pitchFamily="34" charset="0"/>
                <a:cs typeface="Tahoma" panose="020B0604030504040204"/>
              </a:rPr>
              <a:t>Building with Redux Toolkit </a:t>
            </a:r>
            <a:r>
              <a:rPr lang="en-US" altLang="en-US" sz="4500">
                <a:latin typeface="Tahoma" panose="020B0604030504040204"/>
                <a:ea typeface="Arial" panose="020B0604020202020204" pitchFamily="34" charset="0"/>
                <a:cs typeface="Tahoma" panose="020B0604030504040204"/>
              </a:rPr>
              <a:t>Toolkit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" y="4693285"/>
            <a:ext cx="6743065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5200" dirty="0">
                <a:solidFill>
                  <a:srgbClr val="404040"/>
                </a:solidFill>
                <a:latin typeface="Tahoma" panose="020B0604030504040204"/>
                <a:cs typeface="Tahoma" panose="020B0604030504040204"/>
              </a:rPr>
              <a:t>Redux Features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altLang="en-US" sz="5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7686040" y="3136900"/>
            <a:ext cx="8465820" cy="3688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Middleware</a:t>
            </a:r>
            <a:b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3400" spc="-29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Unidirectional Flow</a:t>
            </a:r>
            <a:br>
              <a:rPr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endParaRPr lang="en-US" altLang="en-US" sz="3400" dirty="0">
              <a:latin typeface="Arial Black" panose="020B0A04020102020204"/>
              <a:cs typeface="Arial Black" panose="020B0A04020102020204"/>
            </a:endParaRPr>
          </a:p>
          <a:p>
            <a:pPr marL="12700" algn="l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Single Immutable State Tree</a:t>
            </a:r>
            <a:b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b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</a:br>
            <a:r>
              <a:rPr lang="en-US" altLang="en-US" sz="3400" spc="-270" dirty="0">
                <a:solidFill>
                  <a:srgbClr val="F15B2A"/>
                </a:solidFill>
                <a:latin typeface="Arial Black" panose="020B0A04020102020204"/>
                <a:cs typeface="Arial Black" panose="020B0A04020102020204"/>
              </a:rPr>
              <a:t>DevTools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285" y="114553"/>
            <a:ext cx="11718988" cy="1203325"/>
          </a:xfrm>
          <a:prstGeom prst="rect">
            <a:avLst/>
          </a:prstGeom>
        </p:spPr>
        <p:txBody>
          <a:bodyPr vert="horz" wrap="square" lIns="0" tIns="526796" rIns="0" bIns="0" rtlCol="0">
            <a:spAutoFit/>
          </a:bodyPr>
          <a:lstStyle/>
          <a:p>
            <a:pPr marL="464820" algn="ctr">
              <a:lnSpc>
                <a:spcPct val="100000"/>
              </a:lnSpc>
              <a:spcBef>
                <a:spcPts val="100"/>
              </a:spcBef>
            </a:pPr>
            <a:r>
              <a:rPr lang="en-US" altLang="en-US" sz="4400">
                <a:latin typeface="Tahoma" panose="020B0604030504040204"/>
                <a:cs typeface="Tahoma" panose="020B0604030504040204"/>
              </a:rPr>
              <a:t>How Redux Works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600" y="1838325"/>
            <a:ext cx="12458065" cy="8067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/>
              <a:t>4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D79E60-D27F-1D43-7D9B-512741215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5740"/>
            <a:ext cx="17602200" cy="98145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8CC1-B916-B6FC-428C-0CF8A3B4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1267E-BE33-5246-F0D5-A85C8BD6C41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04DC8-DFC7-24AD-C8B1-A9DD4FBC4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033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000" y="3390900"/>
            <a:ext cx="14474825" cy="170307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lvl="0" algn="ctr"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  <a:t>Create a "user profile" slice with reducers for updating name, email, and user role.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914400" y="342900"/>
            <a:ext cx="14894560" cy="102616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Hands-on Lab 2.1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342900"/>
            <a:ext cx="14864080" cy="1374140"/>
          </a:xfrm>
          <a:prstGeom prst="rect">
            <a:avLst/>
          </a:prstGeom>
        </p:spPr>
        <p:txBody>
          <a:bodyPr vert="horz" wrap="square" lIns="0" tIns="349630" rIns="0" bIns="0" rtlCol="0">
            <a:spAutoFit/>
          </a:bodyPr>
          <a:lstStyle/>
          <a:p>
            <a:pPr marL="3072130" marR="5080" indent="-3015615" algn="ctr">
              <a:lnSpc>
                <a:spcPct val="101000"/>
              </a:lnSpc>
              <a:spcBef>
                <a:spcPts val="25"/>
              </a:spcBef>
            </a:pPr>
            <a:r>
              <a:rPr lang="en-US" altLang="en-US" sz="6600"/>
              <a:t>2.2 Interacting with the Store (Hooks)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  <p:sp>
        <p:nvSpPr>
          <p:cNvPr id="4" name="Text Box 3"/>
          <p:cNvSpPr txBox="1"/>
          <p:nvPr/>
        </p:nvSpPr>
        <p:spPr>
          <a:xfrm>
            <a:off x="4038600" y="3162300"/>
            <a:ext cx="12066905" cy="4041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useSelector: How to read data from the store. Importance 	of using selectors and the reselect library for performance 	optimization.</a:t>
            </a: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altLang="en-US" sz="4000">
              <a:solidFill>
                <a:schemeClr val="bg2"/>
              </a:solidFill>
              <a:latin typeface="Times New Roman" panose="02020603050405020304"/>
              <a:ea typeface="SimSun" panose="02010600030101010101" pitchFamily="2" charset="-122"/>
            </a:endParaRPr>
          </a:p>
          <a:p>
            <a:pPr marL="1371600" indent="-457200" algn="l" defTabSz="2667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2"/>
                </a:solidFill>
                <a:latin typeface="Times New Roman" panose="02020603050405020304"/>
                <a:ea typeface="SimSun" panose="02010600030101010101" pitchFamily="2" charset="-122"/>
              </a:rPr>
              <a:t>useDispatch: How to dispatch actions to update the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58340" y="3390900"/>
            <a:ext cx="15564485" cy="170307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lvl="0" algn="ctr"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  <a:sym typeface="+mn-ea"/>
              </a:rPr>
              <a:t>Connect the user profile slice to a React component to display and update user information.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  <p:sp>
        <p:nvSpPr>
          <p:cNvPr id="7" name="object 2"/>
          <p:cNvSpPr txBox="1">
            <a:spLocks noGrp="1"/>
          </p:cNvSpPr>
          <p:nvPr/>
        </p:nvSpPr>
        <p:spPr>
          <a:xfrm>
            <a:off x="914400" y="342900"/>
            <a:ext cx="14894560" cy="1026160"/>
          </a:xfrm>
          <a:prstGeom prst="rect">
            <a:avLst/>
          </a:prstGeom>
        </p:spPr>
        <p:txBody>
          <a:bodyPr vert="horz" wrap="square" lIns="0" tIns="349630" rIns="0" bIns="0" rtlCol="0" anchor="t" anchorCtr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  <a:buClrTx/>
              <a:buSzTx/>
              <a:buFontTx/>
            </a:pPr>
            <a:r>
              <a:rPr lang="en-US" altLang="en-US" sz="4400">
                <a:gradFill>
                  <a:gsLst>
                    <a:gs pos="50000">
                      <a:schemeClr val="accent5"/>
                    </a:gs>
                    <a:gs pos="0">
                      <a:schemeClr val="accent5">
                        <a:lumMod val="25000"/>
                        <a:lumOff val="75000"/>
                      </a:schemeClr>
                    </a:gs>
                    <a:gs pos="100000">
                      <a:schemeClr val="accent5">
                        <a:lumMod val="85000"/>
                      </a:schemeClr>
                    </a:gs>
                  </a:gsLst>
                  <a:lin ang="5400000" scaled="1"/>
                </a:gradFill>
                <a:latin typeface="Arial Black" panose="020B0A04020102020204"/>
                <a:cs typeface="Arial Black" panose="020B0A04020102020204"/>
              </a:rPr>
              <a:t>Hands-on Lab 2.2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4220" y="3740150"/>
            <a:ext cx="14862175" cy="2255520"/>
          </a:xfrm>
          <a:prstGeom prst="rect">
            <a:avLst/>
          </a:prstGeom>
        </p:spPr>
        <p:txBody>
          <a:bodyPr vert="horz" wrap="square" lIns="0" tIns="508508" rIns="0" bIns="0" rtlCol="0">
            <a:spAutoFit/>
          </a:bodyPr>
          <a:lstStyle/>
          <a:p>
            <a:pPr algn="ctr">
              <a:lnSpc>
                <a:spcPts val="5735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140" dirty="0"/>
              <a:t> </a:t>
            </a:r>
            <a:r>
              <a:rPr spc="-25" dirty="0"/>
              <a:t>up:</a:t>
            </a:r>
          </a:p>
          <a:p>
            <a:pPr algn="ctr">
              <a:lnSpc>
                <a:spcPts val="7895"/>
              </a:lnSpc>
            </a:pPr>
            <a:r>
              <a:rPr lang="en-US" altLang="en-US" sz="6600"/>
              <a:t>Handling Asynchronous Operations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122</Words>
  <Application>Microsoft Office PowerPoint</Application>
  <PresentationFormat>Custom</PresentationFormat>
  <Paragraphs>24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Arial Black</vt:lpstr>
      <vt:lpstr>Arial MT</vt:lpstr>
      <vt:lpstr>Tahoma</vt:lpstr>
      <vt:lpstr>Times New Roman</vt:lpstr>
      <vt:lpstr>Office Theme</vt:lpstr>
      <vt:lpstr>Building with Redux Toolkit Toolkit</vt:lpstr>
      <vt:lpstr>Middleware  Unidirectional Flow  Single Immutable State Tree  DevTools</vt:lpstr>
      <vt:lpstr>How Redux Works</vt:lpstr>
      <vt:lpstr>PowerPoint Presentation</vt:lpstr>
      <vt:lpstr>PowerPoint Presentation</vt:lpstr>
      <vt:lpstr>Create a "user profile" slice with reducers for updating name, email, and user role.</vt:lpstr>
      <vt:lpstr>2.2 Interacting with the Store (Hooks)</vt:lpstr>
      <vt:lpstr>Connect the user profile slice to a React component to display and update user information.</vt:lpstr>
      <vt:lpstr>Next up: Handling Asynchronous Operations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Stephen Joseph Samuels</cp:lastModifiedBy>
  <cp:revision>15</cp:revision>
  <dcterms:created xsi:type="dcterms:W3CDTF">2024-10-25T14:24:00Z</dcterms:created>
  <dcterms:modified xsi:type="dcterms:W3CDTF">2025-11-22T06:28:27Z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2022-08-29T11:00:00Z</vt:filetime>
  </property>
  <property fmtid="{D5CDD505-2E9C-101B-9397-08002B2CF9AE}" pid="3" name="LastSaved">
    <vt:filetime>2024-10-25T11:00:00Z</vt:filetime>
  </property>
  <property fmtid="{D5CDD505-2E9C-101B-9397-08002B2CF9AE}" pid="4" name="Producer">
    <vt:lpwstr>macOS Version 11.6.8 (Build 20G730) Quartz PDFContext</vt:lpwstr>
  </property>
  <property fmtid="{D5CDD505-2E9C-101B-9397-08002B2CF9AE}" pid="5" name="ICV">
    <vt:lpwstr>8FC22B2F2FB2404283AF29D55C84BB11_12</vt:lpwstr>
  </property>
  <property fmtid="{D5CDD505-2E9C-101B-9397-08002B2CF9AE}" pid="6" name="KSOProductBuildVer">
    <vt:lpwstr>1033-12.2.0.22549</vt:lpwstr>
  </property>
</Properties>
</file>