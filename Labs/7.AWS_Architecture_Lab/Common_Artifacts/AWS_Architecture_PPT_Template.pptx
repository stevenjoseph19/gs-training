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9" r:id="rId9"/>
    <p:sldId id="268" r:id="rId10"/>
    <p:sldId id="262" r:id="rId11"/>
    <p:sldId id="263" r:id="rId12"/>
    <p:sldId id="264" r:id="rId13"/>
    <p:sldId id="265" r:id="rId14"/>
    <p:sldId id="266" r:id="rId15"/>
    <p:sldId id="267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9" autoAdjust="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586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project name, team members, owner, version, and scope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scenario description, functional requirements, NFRs, and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Include design summary and rationale.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092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50892-0E4F-D845-FF05-1F9A802D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CD196-5FCB-1E39-9227-A90E386A1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085AC-DB83-C034-62EA-A16838A67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Justify technology choices and alternatives. </a:t>
            </a:r>
          </a:p>
        </p:txBody>
      </p:sp>
    </p:spTree>
    <p:extLst>
      <p:ext uri="{BB962C8B-B14F-4D97-AF65-F5344CB8AC3E}">
        <p14:creationId xmlns:p14="http://schemas.microsoft.com/office/powerpoint/2010/main" val="212596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frontend, backend, database, and communication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diagrams for user journey and internal flows.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571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BE1A-EF77-C0B9-D810-601D9A73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69B20-8553-2781-A83D-E39D1B020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EF8CF-3635-8903-0E44-0711D4FC1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diagram for one microservice.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622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62CA-3F81-798E-D8D6-C93BBAB2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65A5B-2BFC-6BE3-4440-EF90AA611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A76D4-8F1C-4893-BA7F-99FFED442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contracts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246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auto scaling, high availability, caching, and disaster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metrics, alarms, logs, and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unit/integration tests, load tests, security tests, and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cost drivers and optimization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Identify top risks, mitigation strategies, and residual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document links, version history, and related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C04F-FAF2-EA53-D691-69480EAE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B017E-EB73-C641-4083-4E77C0936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DD556-383C-C080-1DCD-12AC454D3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document links, version history, and related artifacts.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AA565-C052-32F7-1D6D-C82426C43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2851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&amp; Team Info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Project Info Table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Scenario &amp;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Requirements Table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High-Level Architecture </a:t>
            </a:r>
            <a:r>
              <a:rPr lang="en-IN"/>
              <a:t>Overview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Architecture Diagram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Design Summary Table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B448-BA81-AEA2-8186-85B10542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334F-E861-1C55-A3A6-F629E6CCA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Tech Stack &amp; Trade-offs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F4366-1C00-99F0-EEA1-B45857AD6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DAAA0-0393-087F-61CA-C8DC5B88B146}"/>
              </a:ext>
            </a:extLst>
          </p:cNvPr>
          <p:cNvSpPr txBox="1"/>
          <p:nvPr/>
        </p:nvSpPr>
        <p:spPr>
          <a:xfrm>
            <a:off x="914400" y="3657600"/>
            <a:ext cx="32945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1"/>
            </a:pPr>
            <a:r>
              <a:rPr dirty="0"/>
              <a:t>Insert </a:t>
            </a:r>
            <a:r>
              <a:rPr lang="en-IN" dirty="0"/>
              <a:t>table here with Trade-Offs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020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Component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Component Deployment Table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Security &amp; Compliance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IAM Roles Table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Security Diagram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Sequence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Sequence Diagram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E679-A358-1727-9730-6D7A2849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529F-5CC5-3878-195A-C699BA5CFB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</a:t>
            </a:r>
            <a:r>
              <a:rPr dirty="0"/>
              <a:t>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DA2CB-750B-9753-BCAF-DEF4196E3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Class Diagram Here</a:t>
            </a:r>
          </a:p>
        </p:txBody>
      </p:sp>
    </p:spTree>
    <p:extLst>
      <p:ext uri="{BB962C8B-B14F-4D97-AF65-F5344CB8AC3E}">
        <p14:creationId xmlns:p14="http://schemas.microsoft.com/office/powerpoint/2010/main" val="1823452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2A7F1-5B61-DB4B-F5AF-E69323D8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B538-BC04-A4F9-E6C9-4124B8EE6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 Contracts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F9BFC-0A08-0D27-91C3-09980120C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API Contracts Table Here</a:t>
            </a:r>
          </a:p>
        </p:txBody>
      </p:sp>
    </p:spTree>
    <p:extLst>
      <p:ext uri="{BB962C8B-B14F-4D97-AF65-F5344CB8AC3E}">
        <p14:creationId xmlns:p14="http://schemas.microsoft.com/office/powerpoint/2010/main" val="2804695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Scalability &amp; Resilience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Scalability Diagram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Resilience Table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Monitoring &amp; </a:t>
            </a:r>
            <a:r>
              <a:rPr lang="en-IN" dirty="0"/>
              <a:t>Observability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Monitoring Diagram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Logging Table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Testing Strategy Table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Cost &amp;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Cost Breakdown Table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Risks Table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/>
            </a:pPr>
            <a:r>
              <a:t>Insert References List 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2129-8646-A58C-97BD-9BCF832A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2552-6EC9-E03F-391B-5D033A24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</a:t>
            </a:r>
            <a:r>
              <a:rPr dirty="0"/>
              <a:t> &amp; </a:t>
            </a:r>
            <a:r>
              <a:rPr lang="en-IN" dirty="0"/>
              <a:t>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43228-26B1-6C2B-3443-816A602F6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74CEB-79CB-589E-3669-24060B7B9DC7}"/>
              </a:ext>
            </a:extLst>
          </p:cNvPr>
          <p:cNvSpPr txBox="1"/>
          <p:nvPr/>
        </p:nvSpPr>
        <p:spPr>
          <a:xfrm>
            <a:off x="88657" y="3657600"/>
            <a:ext cx="896668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1"/>
            </a:pPr>
            <a:r>
              <a:rPr lang="en-IN" dirty="0"/>
              <a:t>Present the Q&amp;A responses for the questions posed </a:t>
            </a:r>
            <a:r>
              <a:rPr lang="en-IN"/>
              <a:t>in the document </a:t>
            </a:r>
            <a:r>
              <a:rPr lang="en-IN" dirty="0"/>
              <a:t>shared with your team.</a:t>
            </a:r>
          </a:p>
          <a:p>
            <a:pPr>
              <a:defRPr sz="1800" b="1"/>
            </a:pPr>
            <a:endParaRPr lang="en-IN" dirty="0"/>
          </a:p>
          <a:p>
            <a:pPr>
              <a:defRPr sz="1800" b="1"/>
            </a:pPr>
            <a:r>
              <a:rPr lang="en-IN" dirty="0"/>
              <a:t>Then, take questions from the audience.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863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353</Words>
  <Application>Microsoft Office PowerPoint</Application>
  <PresentationFormat>On-screen Show (4:3)</PresentationFormat>
  <Paragraphs>86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Title &amp; Team Info</vt:lpstr>
      <vt:lpstr>Scenario &amp; Requirements</vt:lpstr>
      <vt:lpstr>High-Level Architecture Overview</vt:lpstr>
      <vt:lpstr>Tech Stack &amp; Trade-offs</vt:lpstr>
      <vt:lpstr>Component Deployment</vt:lpstr>
      <vt:lpstr>Security &amp; Compliance</vt:lpstr>
      <vt:lpstr>Sequence Diagram</vt:lpstr>
      <vt:lpstr>Class Diagram</vt:lpstr>
      <vt:lpstr>API Contracts</vt:lpstr>
      <vt:lpstr>Scalability &amp; Resilience</vt:lpstr>
      <vt:lpstr>Monitoring &amp; Observability</vt:lpstr>
      <vt:lpstr>Testing Strategy</vt:lpstr>
      <vt:lpstr>Cost &amp; Optimization</vt:lpstr>
      <vt:lpstr>Risks &amp; Mitigations</vt:lpstr>
      <vt:lpstr>References &amp; Links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Stephen Joseph Samuels</cp:lastModifiedBy>
  <cp:revision>7</cp:revision>
  <dcterms:created xsi:type="dcterms:W3CDTF">2013-01-27T09:14:16Z</dcterms:created>
  <dcterms:modified xsi:type="dcterms:W3CDTF">2025-11-09T06:54:10Z</dcterms:modified>
  <cp:category/>
</cp:coreProperties>
</file>