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AWS Architecture for Full-Stack Fintech App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Team Alpha | AWS Developer Track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&amp;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React SPA + Spring Boot Microservices (Payment, User, Notification)</a:t>
            </a:r>
          </a:p>
          <a:p>
            <a:r>
              <a:t>High availability, security, scalability, cost optimization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VPC with public/private subnets</a:t>
            </a:r>
          </a:p>
          <a:p>
            <a:r>
              <a:t>ALB</a:t>
            </a:r>
          </a:p>
          <a:p>
            <a:r>
              <a:t>EC2 Auto Scaling Group</a:t>
            </a:r>
          </a:p>
          <a:p>
            <a:r>
              <a:t>S3 + CloudFront for React</a:t>
            </a:r>
          </a:p>
          <a:p>
            <a:r>
              <a:t>RDS Multi-AZ</a:t>
            </a:r>
          </a:p>
          <a:p>
            <a:r>
              <a:t>IAM roles, Security Groups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React app → S3 + CloudFront</a:t>
            </a:r>
          </a:p>
          <a:p>
            <a:r>
              <a:t>Microservices → EC2 Auto Scaling Group</a:t>
            </a:r>
          </a:p>
          <a:p>
            <a:r>
              <a:t>Database → RDS (Multi-AZ)</a:t>
            </a:r>
          </a:p>
          <a:p>
            <a:r>
              <a:t>Communication via HTTPS through ALB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Amazon Cognito for Auth</a:t>
            </a:r>
          </a:p>
          <a:p>
            <a:r>
              <a:t>IAM roles for EC2, S3, RDS</a:t>
            </a:r>
          </a:p>
          <a:p>
            <a:r>
              <a:t>TLS for all endpoints</a:t>
            </a:r>
          </a:p>
          <a:p>
            <a:r>
              <a:t>Encryption at rest (S3, RDS)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Sequence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React App → ALB → Payment Service → RDS → Notification Service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Scalability &amp; Resilience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 Scaling for EC2</a:t>
            </a:r>
          </a:p>
          <a:p>
            <a:r>
              <a:t>Multi-AZ for RDS</a:t>
            </a:r>
          </a:p>
          <a:p>
            <a:r>
              <a:t>CloudFront caching</a:t>
            </a:r>
          </a:p>
          <a:p>
            <a:r>
              <a:t>Backup &amp; DR strategy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 &amp; Logging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CloudWatch metrics &amp; alarms</a:t>
            </a:r>
          </a:p>
          <a:p>
            <a:r>
              <a:t>Centralized logging</a:t>
            </a:r>
          </a:p>
          <a:p>
            <a:r>
              <a:t>X-Ray for tracing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Trade-offs &amp; Justifications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EC2 vs Lambda</a:t>
            </a:r>
          </a:p>
          <a:p>
            <a:r>
              <a:t>Why RDS vs DynamoDB</a:t>
            </a:r>
          </a:p>
          <a:p>
            <a:r>
              <a:t>Cost considerations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Architecture meets HA, security, scalability</a:t>
            </a:r>
          </a:p>
          <a:p>
            <a:r>
              <a:t>Future improvements: caching, serverless for notifications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